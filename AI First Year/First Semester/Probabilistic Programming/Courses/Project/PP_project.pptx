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72" r:id="rId4"/>
  </p:sldMasterIdLst>
  <p:notesMasterIdLst>
    <p:notesMasterId r:id="rId15"/>
  </p:notesMasterIdLst>
  <p:handoutMasterIdLst>
    <p:handoutMasterId r:id="rId16"/>
  </p:handoutMasterIdLst>
  <p:sldIdLst>
    <p:sldId id="256" r:id="rId5"/>
    <p:sldId id="257" r:id="rId6"/>
    <p:sldId id="330" r:id="rId7"/>
    <p:sldId id="331" r:id="rId8"/>
    <p:sldId id="329" r:id="rId9"/>
    <p:sldId id="334" r:id="rId10"/>
    <p:sldId id="336" r:id="rId11"/>
    <p:sldId id="258" r:id="rId12"/>
    <p:sldId id="333" r:id="rId13"/>
    <p:sldId id="332"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E3E3E"/>
    <a:srgbClr val="6D0000"/>
  </p:clrMru>
  <p:extLst>
    <p:ext uri="{E76CE94A-603C-4142-B9EB-6D1370010A27}">
      <p14:discardImageEditData xmlns:p14="http://schemas.microsoft.com/office/powerpoint/2010/main" val="0"/>
    </p:ext>
    <p:ext uri="{D31A062A-798A-4329-ABDD-BBA856620510}">
      <p14:defaultImageDpi xmlns:p14="http://schemas.microsoft.com/office/powerpoint/2010/main" val="96"/>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A27B034-8B00-B698-0441-FE97480952E3}" v="2" dt="2025-12-20T04:44:05.409"/>
  </p1510:revLst>
</p1510:revInfo>
</file>

<file path=ppt/tableStyles.xml><?xml version="1.0" encoding="utf-8"?>
<a:tblStyleLst xmlns:a="http://schemas.openxmlformats.org/drawingml/2006/main" def="{69C7853C-536D-4A76-A0AE-DD22124D55A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3EDD3B8-5E68-48E9-AAB1-5DE570C28ED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A897E35-4312-4077-83D3-69953080BC2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E836F02-AF67-416B-AB85-08CFF698F86D}" type="datetimeFigureOut">
              <a:rPr lang="en-US" smtClean="0"/>
              <a:t>12/19/2025</a:t>
            </a:fld>
            <a:endParaRPr lang="en-US"/>
          </a:p>
        </p:txBody>
      </p:sp>
      <p:sp>
        <p:nvSpPr>
          <p:cNvPr id="4" name="Footer Placeholder 3">
            <a:extLst>
              <a:ext uri="{FF2B5EF4-FFF2-40B4-BE49-F238E27FC236}">
                <a16:creationId xmlns:a16="http://schemas.microsoft.com/office/drawing/2014/main" id="{75853C52-2B92-4B9E-86F4-DB78684BEC8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20E0EA4-BAD2-4335-9446-CA4CCFEC14A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D65BC62-3B36-43F8-8B69-D6E5E743DA31}" type="slidenum">
              <a:rPr lang="en-US" smtClean="0"/>
              <a:t>‹#›</a:t>
            </a:fld>
            <a:endParaRPr lang="en-US"/>
          </a:p>
        </p:txBody>
      </p:sp>
    </p:spTree>
    <p:extLst>
      <p:ext uri="{BB962C8B-B14F-4D97-AF65-F5344CB8AC3E}">
        <p14:creationId xmlns:p14="http://schemas.microsoft.com/office/powerpoint/2010/main" val="331651848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B7E8F0-931C-4E43-98D1-A3CD0E0034DC}" type="datetimeFigureOut">
              <a:rPr lang="en-US" smtClean="0"/>
              <a:t>12/19/2025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AEB063-7F11-4E3B-BA52-07405B1C2D95}" type="slidenum">
              <a:rPr lang="en-US" smtClean="0"/>
              <a:t>‹#›</a:t>
            </a:fld>
            <a:endParaRPr lang="en-US"/>
          </a:p>
        </p:txBody>
      </p:sp>
    </p:spTree>
    <p:extLst>
      <p:ext uri="{BB962C8B-B14F-4D97-AF65-F5344CB8AC3E}">
        <p14:creationId xmlns:p14="http://schemas.microsoft.com/office/powerpoint/2010/main" val="18629302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6AEB063-7F11-4E3B-BA52-07405B1C2D95}" type="slidenum">
              <a:rPr lang="en-US" smtClean="0"/>
              <a:t>1</a:t>
            </a:fld>
            <a:endParaRPr lang="en-US"/>
          </a:p>
        </p:txBody>
      </p:sp>
    </p:spTree>
    <p:extLst>
      <p:ext uri="{BB962C8B-B14F-4D97-AF65-F5344CB8AC3E}">
        <p14:creationId xmlns:p14="http://schemas.microsoft.com/office/powerpoint/2010/main" val="20651671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381388F-6D01-4763-9497-2C5F78AF5477}"/>
              </a:ext>
            </a:extLst>
          </p:cNvPr>
          <p:cNvSpPr/>
          <p:nvPr userDrawn="1"/>
        </p:nvSpPr>
        <p:spPr>
          <a:xfrm>
            <a:off x="0" y="4818185"/>
            <a:ext cx="12192000" cy="20398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6"/>
          <p:cNvSpPr/>
          <p:nvPr/>
        </p:nvSpPr>
        <p:spPr bwMode="ltGray">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innerShdw blurRad="63500" dist="50800" dir="5400000">
              <a:prstClr val="black">
                <a:alpha val="50000"/>
              </a:prstClr>
            </a:innerShdw>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810001" y="1449147"/>
            <a:ext cx="10572000" cy="2971051"/>
          </a:xfrm>
        </p:spPr>
        <p:txBody>
          <a:bodyPr/>
          <a:lstStyle>
            <a:lvl1pPr algn="ctr">
              <a:defRPr sz="5400" b="0"/>
            </a:lvl1pPr>
          </a:lstStyle>
          <a:p>
            <a:r>
              <a:rPr lang="en-US"/>
              <a:t>Click to edit Master title style</a:t>
            </a:r>
          </a:p>
        </p:txBody>
      </p:sp>
      <p:sp>
        <p:nvSpPr>
          <p:cNvPr id="3" name="Subtitle 2"/>
          <p:cNvSpPr>
            <a:spLocks noGrp="1"/>
          </p:cNvSpPr>
          <p:nvPr>
            <p:ph type="subTitle" idx="1"/>
          </p:nvPr>
        </p:nvSpPr>
        <p:spPr>
          <a:xfrm>
            <a:off x="810001" y="5280847"/>
            <a:ext cx="10572000" cy="434974"/>
          </a:xfrm>
        </p:spPr>
        <p:txBody>
          <a:bodyPr anchor="t">
            <a:noAutofit/>
          </a:bodyPr>
          <a:lstStyle>
            <a:lvl1pPr marL="0" indent="0" algn="ctr">
              <a:buNone/>
              <a:defRPr sz="2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FB7F6C47-B260-4BB6-8230-7D14D5CDE026}" type="datetimeFigureOut">
              <a:rPr lang="en-US" smtClean="0"/>
              <a:t>12/19/2025</a:t>
            </a:fld>
            <a:endParaRPr lang="en-US"/>
          </a:p>
        </p:txBody>
      </p:sp>
      <p:sp>
        <p:nvSpPr>
          <p:cNvPr id="5" name="Footer Placeholder 4"/>
          <p:cNvSpPr>
            <a:spLocks noGrp="1"/>
          </p:cNvSpPr>
          <p:nvPr>
            <p:ph type="ftr" sz="quarter" idx="11"/>
          </p:nvPr>
        </p:nvSpPr>
        <p:spPr/>
        <p:txBody>
          <a:bodyPr/>
          <a:lstStyle/>
          <a:p>
            <a:r>
              <a:rPr lang="en-ZA"/>
              <a:t>Add a footer </a:t>
            </a:r>
            <a:endParaRPr lang="en-US"/>
          </a:p>
        </p:txBody>
      </p:sp>
      <p:sp>
        <p:nvSpPr>
          <p:cNvPr id="6" name="Slide Number Placeholder 5"/>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27743267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Freeform 6"/>
          <p:cNvSpPr/>
          <p:nvPr/>
        </p:nvSpPr>
        <p:spPr bwMode="ltGray">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5400000">
              <a:prstClr val="black">
                <a:alpha val="50000"/>
              </a:prstClr>
            </a:innerShdw>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nchor="ctr" anchorCtr="0"/>
          <a:lstStyle>
            <a:lvl1pPr>
              <a:defRPr b="0"/>
            </a:lvl1pPr>
          </a:lstStyle>
          <a:p>
            <a:r>
              <a:rPr lang="en-US"/>
              <a:t>Click to edit Master title style</a:t>
            </a:r>
          </a:p>
        </p:txBody>
      </p:sp>
      <p:sp>
        <p:nvSpPr>
          <p:cNvPr id="4" name="Content Placeholder 3"/>
          <p:cNvSpPr>
            <a:spLocks noGrp="1"/>
          </p:cNvSpPr>
          <p:nvPr>
            <p:ph sz="half" idx="2"/>
          </p:nvPr>
        </p:nvSpPr>
        <p:spPr>
          <a:xfrm>
            <a:off x="6187415" y="2222287"/>
            <a:ext cx="5194583" cy="3638764"/>
          </a:xfrm>
          <a:noFill/>
          <a:ln w="25400">
            <a:gradFill>
              <a:gsLst>
                <a:gs pos="50000">
                  <a:schemeClr val="bg2"/>
                </a:gs>
                <a:gs pos="0">
                  <a:schemeClr val="bg2"/>
                </a:gs>
                <a:gs pos="100000">
                  <a:schemeClr val="accent1"/>
                </a:gs>
              </a:gsLst>
              <a:lin ang="5400000" scaled="1"/>
            </a:gradFill>
          </a:ln>
          <a:effectLst>
            <a:outerShdw blurRad="63500" sx="102000" sy="102000" algn="ctr" rotWithShape="0">
              <a:prstClr val="black">
                <a:alpha val="40000"/>
              </a:prstClr>
            </a:outerShdw>
          </a:effectLst>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B7F6C47-B260-4BB6-8230-7D14D5CDE026}" type="datetimeFigureOut">
              <a:rPr lang="en-US" smtClean="0"/>
              <a:t>12/19/2025</a:t>
            </a:fld>
            <a:endParaRPr lang="en-US"/>
          </a:p>
        </p:txBody>
      </p:sp>
      <p:sp>
        <p:nvSpPr>
          <p:cNvPr id="6" name="Footer Placeholder 5"/>
          <p:cNvSpPr>
            <a:spLocks noGrp="1"/>
          </p:cNvSpPr>
          <p:nvPr>
            <p:ph type="ftr" sz="quarter" idx="11"/>
          </p:nvPr>
        </p:nvSpPr>
        <p:spPr/>
        <p:txBody>
          <a:bodyPr/>
          <a:lstStyle/>
          <a:p>
            <a:r>
              <a:rPr lang="en-ZA"/>
              <a:t>Add a footer </a:t>
            </a:r>
            <a:endParaRPr lang="en-US"/>
          </a:p>
        </p:txBody>
      </p:sp>
      <p:sp>
        <p:nvSpPr>
          <p:cNvPr id="7" name="Slide Number Placeholder 6"/>
          <p:cNvSpPr>
            <a:spLocks noGrp="1"/>
          </p:cNvSpPr>
          <p:nvPr>
            <p:ph type="sldNum" sz="quarter" idx="12"/>
          </p:nvPr>
        </p:nvSpPr>
        <p:spPr/>
        <p:txBody>
          <a:bodyPr/>
          <a:lstStyle/>
          <a:p>
            <a:fld id="{A4942799-31AF-4FF8-9D79-C1A3E01FB207}" type="slidenum">
              <a:rPr lang="en-US" smtClean="0"/>
              <a:t>‹#›</a:t>
            </a:fld>
            <a:endParaRPr lang="en-US"/>
          </a:p>
        </p:txBody>
      </p:sp>
      <p:sp>
        <p:nvSpPr>
          <p:cNvPr id="9" name="Content Placeholder 2">
            <a:extLst>
              <a:ext uri="{FF2B5EF4-FFF2-40B4-BE49-F238E27FC236}">
                <a16:creationId xmlns:a16="http://schemas.microsoft.com/office/drawing/2014/main" id="{2A4059F8-A688-4FFE-AA79-3B6D811FA987}"/>
              </a:ext>
            </a:extLst>
          </p:cNvPr>
          <p:cNvSpPr>
            <a:spLocks noGrp="1"/>
          </p:cNvSpPr>
          <p:nvPr>
            <p:ph sz="half" idx="1"/>
          </p:nvPr>
        </p:nvSpPr>
        <p:spPr>
          <a:xfrm>
            <a:off x="838200" y="2222287"/>
            <a:ext cx="5181600" cy="363876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649104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Section Content Only ">
    <p:spTree>
      <p:nvGrpSpPr>
        <p:cNvPr id="1" name=""/>
        <p:cNvGrpSpPr/>
        <p:nvPr/>
      </p:nvGrpSpPr>
      <p:grpSpPr>
        <a:xfrm>
          <a:off x="0" y="0"/>
          <a:ext cx="0" cy="0"/>
          <a:chOff x="0" y="0"/>
          <a:chExt cx="0" cy="0"/>
        </a:xfrm>
      </p:grpSpPr>
      <p:sp>
        <p:nvSpPr>
          <p:cNvPr id="10" name="Freeform 7"/>
          <p:cNvSpPr/>
          <p:nvPr/>
        </p:nvSpPr>
        <p:spPr bwMode="ltGray">
          <a:xfrm>
            <a:off x="0" y="1"/>
            <a:ext cx="12192000" cy="6251330"/>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a:effectLst>
            <a:innerShdw blurRad="63500" dist="50800" dir="5400000">
              <a:prstClr val="black">
                <a:alpha val="50000"/>
              </a:prstClr>
            </a:innerShdw>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451514" y="451513"/>
            <a:ext cx="11288972" cy="5149187"/>
          </a:xfrm>
        </p:spPr>
        <p:txBody>
          <a:bodyPr anchor="ctr" anchorCtr="0"/>
          <a:lstStyle>
            <a:lvl1pPr algn="ctr">
              <a:defRPr sz="4800" b="0" cap="none"/>
            </a:lvl1pPr>
          </a:lstStyle>
          <a:p>
            <a:r>
              <a:rPr lang="en-US"/>
              <a:t>Click to edit Master title style</a:t>
            </a:r>
          </a:p>
        </p:txBody>
      </p:sp>
      <p:sp>
        <p:nvSpPr>
          <p:cNvPr id="4" name="Date Placeholder 3"/>
          <p:cNvSpPr>
            <a:spLocks noGrp="1"/>
          </p:cNvSpPr>
          <p:nvPr>
            <p:ph type="dt" sz="half" idx="10"/>
          </p:nvPr>
        </p:nvSpPr>
        <p:spPr/>
        <p:txBody>
          <a:bodyPr/>
          <a:lstStyle/>
          <a:p>
            <a:fld id="{FB7F6C47-B260-4BB6-8230-7D14D5CDE026}" type="datetimeFigureOut">
              <a:rPr lang="en-US" smtClean="0"/>
              <a:t>12/19/2025</a:t>
            </a:fld>
            <a:endParaRPr lang="en-US"/>
          </a:p>
        </p:txBody>
      </p:sp>
      <p:sp>
        <p:nvSpPr>
          <p:cNvPr id="5" name="Footer Placeholder 4"/>
          <p:cNvSpPr>
            <a:spLocks noGrp="1"/>
          </p:cNvSpPr>
          <p:nvPr>
            <p:ph type="ftr" sz="quarter" idx="11"/>
          </p:nvPr>
        </p:nvSpPr>
        <p:spPr/>
        <p:txBody>
          <a:bodyPr/>
          <a:lstStyle/>
          <a:p>
            <a:r>
              <a:rPr lang="en-ZA"/>
              <a:t>Add a footer </a:t>
            </a:r>
            <a:endParaRPr lang="en-US"/>
          </a:p>
        </p:txBody>
      </p:sp>
      <p:sp>
        <p:nvSpPr>
          <p:cNvPr id="6" name="Slide Number Placeholder 5"/>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29731931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8" name="Freeform 6"/>
          <p:cNvSpPr/>
          <p:nvPr/>
        </p:nvSpPr>
        <p:spPr bwMode="ltGray">
          <a:xfrm flipH="1">
            <a:off x="12699" y="0"/>
            <a:ext cx="6004585" cy="2041975"/>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8100000">
              <a:prstClr val="black">
                <a:alpha val="50000"/>
              </a:prstClr>
            </a:innerShdw>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451514" y="375313"/>
            <a:ext cx="5114017" cy="1139895"/>
          </a:xfrm>
        </p:spPr>
        <p:txBody>
          <a:bodyPr/>
          <a:lstStyle>
            <a:lvl1pPr algn="l">
              <a:defRPr b="0"/>
            </a:lvl1pPr>
          </a:lstStyle>
          <a:p>
            <a:r>
              <a:rPr lang="en-US"/>
              <a:t>Click to edit Master title style</a:t>
            </a:r>
          </a:p>
        </p:txBody>
      </p:sp>
      <p:sp>
        <p:nvSpPr>
          <p:cNvPr id="3" name="Content Placeholder 2"/>
          <p:cNvSpPr>
            <a:spLocks noGrp="1"/>
          </p:cNvSpPr>
          <p:nvPr>
            <p:ph sz="half" idx="1"/>
          </p:nvPr>
        </p:nvSpPr>
        <p:spPr>
          <a:xfrm>
            <a:off x="451514" y="2222287"/>
            <a:ext cx="5553071" cy="3638763"/>
          </a:xfrm>
          <a:ln w="25400">
            <a:gradFill>
              <a:gsLst>
                <a:gs pos="0">
                  <a:schemeClr val="bg2"/>
                </a:gs>
                <a:gs pos="50000">
                  <a:srgbClr val="4A3030"/>
                </a:gs>
                <a:gs pos="100000">
                  <a:schemeClr val="accent1"/>
                </a:gs>
              </a:gsLst>
              <a:lin ang="5400000" scaled="1"/>
            </a:gradFill>
          </a:ln>
          <a:effectLst>
            <a:outerShdw blurRad="63500" sx="102000" sy="102000" algn="ctr" rotWithShape="0">
              <a:prstClr val="black">
                <a:alpha val="40000"/>
              </a:prstClr>
            </a:outerShdw>
          </a:effectLst>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B7F6C47-B260-4BB6-8230-7D14D5CDE026}" type="datetimeFigureOut">
              <a:rPr lang="en-US" smtClean="0"/>
              <a:t>12/19/2025</a:t>
            </a:fld>
            <a:endParaRPr lang="en-US"/>
          </a:p>
        </p:txBody>
      </p:sp>
      <p:sp>
        <p:nvSpPr>
          <p:cNvPr id="6" name="Footer Placeholder 5"/>
          <p:cNvSpPr>
            <a:spLocks noGrp="1"/>
          </p:cNvSpPr>
          <p:nvPr>
            <p:ph type="ftr" sz="quarter" idx="11"/>
          </p:nvPr>
        </p:nvSpPr>
        <p:spPr/>
        <p:txBody>
          <a:bodyPr/>
          <a:lstStyle/>
          <a:p>
            <a:r>
              <a:rPr lang="en-ZA"/>
              <a:t>Add a footer </a:t>
            </a:r>
            <a:endParaRPr lang="en-US"/>
          </a:p>
        </p:txBody>
      </p:sp>
      <p:sp>
        <p:nvSpPr>
          <p:cNvPr id="7" name="Slide Number Placeholder 6"/>
          <p:cNvSpPr>
            <a:spLocks noGrp="1"/>
          </p:cNvSpPr>
          <p:nvPr>
            <p:ph type="sldNum" sz="quarter" idx="12"/>
          </p:nvPr>
        </p:nvSpPr>
        <p:spPr/>
        <p:txBody>
          <a:bodyPr/>
          <a:lstStyle/>
          <a:p>
            <a:fld id="{A4942799-31AF-4FF8-9D79-C1A3E01FB207}" type="slidenum">
              <a:rPr lang="en-US" smtClean="0"/>
              <a:t>‹#›</a:t>
            </a:fld>
            <a:endParaRPr lang="en-US"/>
          </a:p>
        </p:txBody>
      </p:sp>
      <p:sp>
        <p:nvSpPr>
          <p:cNvPr id="9" name="Content Placeholder 9">
            <a:extLst>
              <a:ext uri="{FF2B5EF4-FFF2-40B4-BE49-F238E27FC236}">
                <a16:creationId xmlns:a16="http://schemas.microsoft.com/office/drawing/2014/main" id="{C95D556F-51D2-4EF4-B60F-D319BF232882}"/>
              </a:ext>
            </a:extLst>
          </p:cNvPr>
          <p:cNvSpPr>
            <a:spLocks noGrp="1"/>
          </p:cNvSpPr>
          <p:nvPr>
            <p:ph sz="quarter" idx="13"/>
          </p:nvPr>
        </p:nvSpPr>
        <p:spPr>
          <a:xfrm>
            <a:off x="6456099" y="375312"/>
            <a:ext cx="5186363" cy="5485737"/>
          </a:xfrm>
        </p:spPr>
        <p:txBody>
          <a:bodyPr anchor="t" anchorCtr="0">
            <a:normAutofit/>
          </a:bodyPr>
          <a:lstStyle>
            <a:lvl1pPr>
              <a:defRPr sz="2800"/>
            </a:lvl1pPr>
            <a:lvl2pPr>
              <a:defRPr sz="2400"/>
            </a:lvl2pPr>
            <a:lvl3pPr>
              <a:defRPr sz="2000"/>
            </a:lvl3pPr>
            <a:lvl4pPr>
              <a:defRPr sz="1800"/>
            </a:lvl4pPr>
            <a:lvl5pPr>
              <a:defRPr sz="1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446428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2_Two Content">
    <p:spTree>
      <p:nvGrpSpPr>
        <p:cNvPr id="1" name=""/>
        <p:cNvGrpSpPr/>
        <p:nvPr/>
      </p:nvGrpSpPr>
      <p:grpSpPr>
        <a:xfrm>
          <a:off x="0" y="0"/>
          <a:ext cx="0" cy="0"/>
          <a:chOff x="0" y="0"/>
          <a:chExt cx="0" cy="0"/>
        </a:xfrm>
      </p:grpSpPr>
      <p:sp>
        <p:nvSpPr>
          <p:cNvPr id="8" name="Freeform 6"/>
          <p:cNvSpPr/>
          <p:nvPr/>
        </p:nvSpPr>
        <p:spPr bwMode="ltGray">
          <a:xfrm flipH="1">
            <a:off x="6187414" y="0"/>
            <a:ext cx="6004583" cy="2041975"/>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2700000">
              <a:prstClr val="black">
                <a:alpha val="50000"/>
              </a:prstClr>
            </a:innerShdw>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6632696" y="359551"/>
            <a:ext cx="5114017" cy="1139895"/>
          </a:xfrm>
        </p:spPr>
        <p:txBody>
          <a:bodyPr/>
          <a:lstStyle>
            <a:lvl1pPr algn="l">
              <a:defRPr b="0"/>
            </a:lvl1pPr>
          </a:lstStyle>
          <a:p>
            <a:r>
              <a:rPr lang="en-US"/>
              <a:t>Click to edit Master title style</a:t>
            </a:r>
          </a:p>
        </p:txBody>
      </p:sp>
      <p:sp>
        <p:nvSpPr>
          <p:cNvPr id="3" name="Content Placeholder 2"/>
          <p:cNvSpPr>
            <a:spLocks noGrp="1"/>
          </p:cNvSpPr>
          <p:nvPr>
            <p:ph sz="half" idx="1" hasCustomPrompt="1"/>
          </p:nvPr>
        </p:nvSpPr>
        <p:spPr>
          <a:xfrm>
            <a:off x="451514" y="451513"/>
            <a:ext cx="5553071" cy="5409537"/>
          </a:xfrm>
        </p:spPr>
        <p:txBody>
          <a:bodyPr anchor="t" anchorCtr="0">
            <a:normAutofit/>
          </a:bodyPr>
          <a:lstStyle>
            <a:lvl1pPr>
              <a:defRPr sz="2800"/>
            </a:lvl1pPr>
            <a:lvl2pPr>
              <a:defRPr sz="2800"/>
            </a:lvl2pPr>
            <a:lvl3pPr>
              <a:defRPr sz="2800"/>
            </a:lvl3pPr>
            <a:lvl4pPr>
              <a:defRPr sz="2800"/>
            </a:lvl4pPr>
            <a:lvl5pPr>
              <a:defRPr sz="2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354563" y="2222287"/>
            <a:ext cx="5553071" cy="3638764"/>
          </a:xfrm>
          <a:ln>
            <a:gradFill>
              <a:gsLst>
                <a:gs pos="0">
                  <a:schemeClr val="bg2"/>
                </a:gs>
                <a:gs pos="50000">
                  <a:schemeClr val="bg2"/>
                </a:gs>
                <a:gs pos="100000">
                  <a:schemeClr val="accent1"/>
                </a:gs>
              </a:gsLst>
              <a:lin ang="5400000" scaled="1"/>
            </a:gradFill>
          </a:ln>
          <a:effectLst>
            <a:outerShdw blurRad="63500" sx="102000" sy="102000" algn="ctr" rotWithShape="0">
              <a:prstClr val="black">
                <a:alpha val="40000"/>
              </a:prstClr>
            </a:outerShdw>
          </a:effectLst>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B7F6C47-B260-4BB6-8230-7D14D5CDE026}" type="datetimeFigureOut">
              <a:rPr lang="en-US" smtClean="0"/>
              <a:t>12/19/2025</a:t>
            </a:fld>
            <a:endParaRPr lang="en-US"/>
          </a:p>
        </p:txBody>
      </p:sp>
      <p:sp>
        <p:nvSpPr>
          <p:cNvPr id="6" name="Footer Placeholder 5"/>
          <p:cNvSpPr>
            <a:spLocks noGrp="1"/>
          </p:cNvSpPr>
          <p:nvPr>
            <p:ph type="ftr" sz="quarter" idx="11"/>
          </p:nvPr>
        </p:nvSpPr>
        <p:spPr/>
        <p:txBody>
          <a:bodyPr/>
          <a:lstStyle/>
          <a:p>
            <a:r>
              <a:rPr lang="en-ZA"/>
              <a:t>Add a footer </a:t>
            </a:r>
            <a:endParaRPr lang="en-US"/>
          </a:p>
        </p:txBody>
      </p:sp>
      <p:sp>
        <p:nvSpPr>
          <p:cNvPr id="7" name="Slide Number Placeholder 6"/>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36870313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B2B99B50-4971-48A5-8202-4CC55C7F97A2}"/>
              </a:ext>
            </a:extLst>
          </p:cNvPr>
          <p:cNvSpPr>
            <a:spLocks noGrp="1"/>
          </p:cNvSpPr>
          <p:nvPr>
            <p:ph type="pic" idx="1"/>
          </p:nvPr>
        </p:nvSpPr>
        <p:spPr>
          <a:xfrm>
            <a:off x="6096000" y="0"/>
            <a:ext cx="6096000" cy="6857999"/>
          </a:xfrm>
          <a:custGeom>
            <a:avLst/>
            <a:gdLst>
              <a:gd name="connsiteX0" fmla="*/ 404916 w 6526400"/>
              <a:gd name="connsiteY0" fmla="*/ 0 h 6857999"/>
              <a:gd name="connsiteX1" fmla="*/ 1425163 w 6526400"/>
              <a:gd name="connsiteY1" fmla="*/ 0 h 6857999"/>
              <a:gd name="connsiteX2" fmla="*/ 2955534 w 6526400"/>
              <a:gd name="connsiteY2" fmla="*/ 0 h 6857999"/>
              <a:gd name="connsiteX3" fmla="*/ 6526400 w 6526400"/>
              <a:gd name="connsiteY3" fmla="*/ 0 h 6857999"/>
              <a:gd name="connsiteX4" fmla="*/ 6526400 w 6526400"/>
              <a:gd name="connsiteY4" fmla="*/ 6857999 h 6857999"/>
              <a:gd name="connsiteX5" fmla="*/ 404916 w 6526400"/>
              <a:gd name="connsiteY5" fmla="*/ 6857999 h 6857999"/>
              <a:gd name="connsiteX6" fmla="*/ 377830 w 6526400"/>
              <a:gd name="connsiteY6" fmla="*/ 2463800 h 6857999"/>
              <a:gd name="connsiteX7" fmla="*/ 0 w 6526400"/>
              <a:gd name="connsiteY7" fmla="*/ 2203407 h 6857999"/>
              <a:gd name="connsiteX8" fmla="*/ 391373 w 6526400"/>
              <a:gd name="connsiteY8" fmla="*/ 1854200 h 6857999"/>
              <a:gd name="connsiteX9" fmla="*/ 404916 w 6526400"/>
              <a:gd name="connsiteY9"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26400" h="6857999">
                <a:moveTo>
                  <a:pt x="404916" y="0"/>
                </a:moveTo>
                <a:lnTo>
                  <a:pt x="1425163" y="0"/>
                </a:lnTo>
                <a:lnTo>
                  <a:pt x="2955534" y="0"/>
                </a:lnTo>
                <a:lnTo>
                  <a:pt x="6526400" y="0"/>
                </a:lnTo>
                <a:lnTo>
                  <a:pt x="6526400" y="6857999"/>
                </a:lnTo>
                <a:lnTo>
                  <a:pt x="404916" y="6857999"/>
                </a:lnTo>
                <a:lnTo>
                  <a:pt x="377830" y="2463800"/>
                </a:lnTo>
                <a:lnTo>
                  <a:pt x="0" y="2203407"/>
                </a:lnTo>
                <a:lnTo>
                  <a:pt x="391373" y="1854200"/>
                </a:lnTo>
                <a:cubicBezTo>
                  <a:pt x="395887" y="1282700"/>
                  <a:pt x="400402" y="571500"/>
                  <a:pt x="404916" y="0"/>
                </a:cubicBezTo>
                <a:close/>
              </a:path>
            </a:pathLst>
          </a:custGeom>
          <a:ln/>
          <a:effectLst>
            <a:innerShdw blurRad="63500" dist="50800" dir="2700000">
              <a:prstClr val="black">
                <a:alpha val="50000"/>
              </a:prstClr>
            </a:innerShdw>
          </a:effectLst>
        </p:spPr>
        <p:style>
          <a:lnRef idx="1">
            <a:schemeClr val="accent1"/>
          </a:lnRef>
          <a:fillRef idx="3">
            <a:schemeClr val="accent1"/>
          </a:fillRef>
          <a:effectRef idx="2">
            <a:schemeClr val="accent1"/>
          </a:effectRef>
          <a:fontRef idx="minor">
            <a:schemeClr val="lt1"/>
          </a:fontRef>
        </p:style>
        <p:txBody>
          <a:bodyPr wrap="square">
            <a:noAutofit/>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2" name="Title 1"/>
          <p:cNvSpPr>
            <a:spLocks noGrp="1"/>
          </p:cNvSpPr>
          <p:nvPr>
            <p:ph type="title"/>
          </p:nvPr>
        </p:nvSpPr>
        <p:spPr>
          <a:xfrm>
            <a:off x="590396" y="311813"/>
            <a:ext cx="5334448" cy="1453488"/>
          </a:xfrm>
          <a:effectLst/>
        </p:spPr>
        <p:txBody>
          <a:bodyPr anchor="b">
            <a:normAutofit/>
          </a:bodyPr>
          <a:lstStyle>
            <a:lvl1pPr algn="l">
              <a:defRPr sz="4000" b="0">
                <a:ln>
                  <a:noFill/>
                </a:ln>
                <a:solidFill>
                  <a:schemeClr val="tx1"/>
                </a:solidFill>
                <a:effectLst/>
              </a:defRPr>
            </a:lvl1pPr>
          </a:lstStyle>
          <a:p>
            <a:r>
              <a:rPr lang="en-US"/>
              <a:t>Click to edit Master title style</a:t>
            </a:r>
          </a:p>
        </p:txBody>
      </p:sp>
      <p:sp>
        <p:nvSpPr>
          <p:cNvPr id="5" name="Date Placeholder 4"/>
          <p:cNvSpPr>
            <a:spLocks noGrp="1"/>
          </p:cNvSpPr>
          <p:nvPr>
            <p:ph type="dt" sz="half" idx="10"/>
          </p:nvPr>
        </p:nvSpPr>
        <p:spPr>
          <a:xfrm>
            <a:off x="3885810" y="6041362"/>
            <a:ext cx="976879" cy="365125"/>
          </a:xfrm>
        </p:spPr>
        <p:txBody>
          <a:bodyPr/>
          <a:lstStyle/>
          <a:p>
            <a:fld id="{FB7F6C47-B260-4BB6-8230-7D14D5CDE026}" type="datetimeFigureOut">
              <a:rPr lang="en-US" smtClean="0"/>
              <a:t>12/19/2025</a:t>
            </a:fld>
            <a:endParaRPr lang="en-US"/>
          </a:p>
        </p:txBody>
      </p:sp>
      <p:sp>
        <p:nvSpPr>
          <p:cNvPr id="6" name="Footer Placeholder 5"/>
          <p:cNvSpPr>
            <a:spLocks noGrp="1"/>
          </p:cNvSpPr>
          <p:nvPr>
            <p:ph type="ftr" sz="quarter" idx="11"/>
          </p:nvPr>
        </p:nvSpPr>
        <p:spPr>
          <a:xfrm>
            <a:off x="590396" y="6041362"/>
            <a:ext cx="3295413" cy="365125"/>
          </a:xfrm>
        </p:spPr>
        <p:txBody>
          <a:bodyPr/>
          <a:lstStyle/>
          <a:p>
            <a:r>
              <a:rPr lang="en-ZA"/>
              <a:t>Add a footer </a:t>
            </a:r>
            <a:endParaRPr lang="en-US"/>
          </a:p>
        </p:txBody>
      </p:sp>
      <p:sp>
        <p:nvSpPr>
          <p:cNvPr id="7" name="Slide Number Placeholder 6"/>
          <p:cNvSpPr>
            <a:spLocks noGrp="1"/>
          </p:cNvSpPr>
          <p:nvPr>
            <p:ph type="sldNum" sz="quarter" idx="12"/>
          </p:nvPr>
        </p:nvSpPr>
        <p:spPr>
          <a:xfrm>
            <a:off x="4862689" y="5915888"/>
            <a:ext cx="1062155" cy="490599"/>
          </a:xfrm>
        </p:spPr>
        <p:txBody>
          <a:bodyPr/>
          <a:lstStyle/>
          <a:p>
            <a:fld id="{A4942799-31AF-4FF8-9D79-C1A3E01FB207}" type="slidenum">
              <a:rPr lang="en-US" smtClean="0"/>
              <a:t>‹#›</a:t>
            </a:fld>
            <a:endParaRPr lang="en-US"/>
          </a:p>
        </p:txBody>
      </p:sp>
      <p:sp>
        <p:nvSpPr>
          <p:cNvPr id="12" name="Text Placeholder 3">
            <a:extLst>
              <a:ext uri="{FF2B5EF4-FFF2-40B4-BE49-F238E27FC236}">
                <a16:creationId xmlns:a16="http://schemas.microsoft.com/office/drawing/2014/main" id="{EB4FB892-38DF-40F9-B034-BC1E61FC6BF0}"/>
              </a:ext>
            </a:extLst>
          </p:cNvPr>
          <p:cNvSpPr>
            <a:spLocks noGrp="1"/>
          </p:cNvSpPr>
          <p:nvPr>
            <p:ph type="body" sz="half" idx="2"/>
          </p:nvPr>
        </p:nvSpPr>
        <p:spPr>
          <a:xfrm>
            <a:off x="590396" y="2057400"/>
            <a:ext cx="5334448" cy="3811588"/>
          </a:xfrm>
        </p:spPr>
        <p:txBody>
          <a:bodyPr anchor="t">
            <a:normAutofit/>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11973055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 Title and Content">
    <p:spTree>
      <p:nvGrpSpPr>
        <p:cNvPr id="1" name=""/>
        <p:cNvGrpSpPr/>
        <p:nvPr/>
      </p:nvGrpSpPr>
      <p:grpSpPr>
        <a:xfrm>
          <a:off x="0" y="0"/>
          <a:ext cx="0" cy="0"/>
          <a:chOff x="0" y="0"/>
          <a:chExt cx="0" cy="0"/>
        </a:xfrm>
      </p:grpSpPr>
      <p:sp>
        <p:nvSpPr>
          <p:cNvPr id="8" name="Freeform 6"/>
          <p:cNvSpPr/>
          <p:nvPr/>
        </p:nvSpPr>
        <p:spPr bwMode="ltGray">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5400000">
              <a:prstClr val="black">
                <a:alpha val="50000"/>
              </a:prstClr>
            </a:innerShdw>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nchor="ctr" anchorCtr="0"/>
          <a:lstStyle>
            <a:lvl1pPr>
              <a:defRPr b="0"/>
            </a:lvl1pPr>
          </a:lstStyle>
          <a:p>
            <a:r>
              <a:rPr lang="en-US"/>
              <a:t>Click to edit Master title style</a:t>
            </a:r>
          </a:p>
        </p:txBody>
      </p:sp>
      <p:sp>
        <p:nvSpPr>
          <p:cNvPr id="4" name="Content Placeholder 3"/>
          <p:cNvSpPr>
            <a:spLocks noGrp="1"/>
          </p:cNvSpPr>
          <p:nvPr>
            <p:ph sz="half" idx="2" hasCustomPrompt="1"/>
          </p:nvPr>
        </p:nvSpPr>
        <p:spPr>
          <a:xfrm>
            <a:off x="810001" y="2222287"/>
            <a:ext cx="10571998" cy="3638764"/>
          </a:xfrm>
        </p:spPr>
        <p:txBody>
          <a:bodyPr>
            <a:normAutofit/>
          </a:bodyPr>
          <a:lstStyle>
            <a:lvl1pPr>
              <a:defRPr sz="2800"/>
            </a:lvl1pPr>
            <a:lvl2pPr>
              <a:defRPr sz="2800"/>
            </a:lvl2pPr>
            <a:lvl3pPr>
              <a:defRPr sz="2800"/>
            </a:lvl3pPr>
            <a:lvl4pPr>
              <a:defRPr sz="2800"/>
            </a:lvl4pPr>
            <a:lvl5pPr>
              <a:defRPr sz="2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B7F6C47-B260-4BB6-8230-7D14D5CDE026}" type="datetimeFigureOut">
              <a:rPr lang="en-US" smtClean="0"/>
              <a:t>12/19/2025</a:t>
            </a:fld>
            <a:endParaRPr lang="en-US"/>
          </a:p>
        </p:txBody>
      </p:sp>
      <p:sp>
        <p:nvSpPr>
          <p:cNvPr id="6" name="Footer Placeholder 5"/>
          <p:cNvSpPr>
            <a:spLocks noGrp="1"/>
          </p:cNvSpPr>
          <p:nvPr>
            <p:ph type="ftr" sz="quarter" idx="11"/>
          </p:nvPr>
        </p:nvSpPr>
        <p:spPr/>
        <p:txBody>
          <a:bodyPr/>
          <a:lstStyle/>
          <a:p>
            <a:r>
              <a:rPr lang="en-ZA"/>
              <a:t>Add a footer </a:t>
            </a:r>
            <a:endParaRPr lang="en-US"/>
          </a:p>
        </p:txBody>
      </p:sp>
      <p:sp>
        <p:nvSpPr>
          <p:cNvPr id="7" name="Slide Number Placeholder 6"/>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13376882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0000" y="4489884"/>
            <a:ext cx="10561418" cy="1426004"/>
          </a:xfrm>
        </p:spPr>
        <p:txBody>
          <a:bodyPr anchor="ctr" anchorCtr="0">
            <a:normAutofit/>
          </a:bodyPr>
          <a:lstStyle>
            <a:lvl1pPr algn="ctr">
              <a:defRPr sz="4000" b="0">
                <a:ln>
                  <a:noFill/>
                </a:ln>
                <a:solidFill>
                  <a:schemeClr val="tx1"/>
                </a:solidFill>
                <a:latin typeface="+mj-lt"/>
              </a:defRPr>
            </a:lvl1pPr>
          </a:lstStyle>
          <a:p>
            <a:r>
              <a:rPr lang="en-US"/>
              <a:t>Click to edit Master title style</a:t>
            </a:r>
          </a:p>
        </p:txBody>
      </p:sp>
      <p:sp>
        <p:nvSpPr>
          <p:cNvPr id="5" name="Date Placeholder 4"/>
          <p:cNvSpPr>
            <a:spLocks noGrp="1"/>
          </p:cNvSpPr>
          <p:nvPr>
            <p:ph type="dt" sz="half" idx="10"/>
          </p:nvPr>
        </p:nvSpPr>
        <p:spPr/>
        <p:txBody>
          <a:bodyPr/>
          <a:lstStyle/>
          <a:p>
            <a:fld id="{FB7F6C47-B260-4BB6-8230-7D14D5CDE026}" type="datetimeFigureOut">
              <a:rPr lang="en-US" smtClean="0"/>
              <a:t>12/19/2025</a:t>
            </a:fld>
            <a:endParaRPr lang="en-US"/>
          </a:p>
        </p:txBody>
      </p:sp>
      <p:sp>
        <p:nvSpPr>
          <p:cNvPr id="6" name="Footer Placeholder 5"/>
          <p:cNvSpPr>
            <a:spLocks noGrp="1"/>
          </p:cNvSpPr>
          <p:nvPr>
            <p:ph type="ftr" sz="quarter" idx="11"/>
          </p:nvPr>
        </p:nvSpPr>
        <p:spPr/>
        <p:txBody>
          <a:bodyPr/>
          <a:lstStyle/>
          <a:p>
            <a:r>
              <a:rPr lang="en-ZA"/>
              <a:t>Add a footer </a:t>
            </a:r>
            <a:endParaRPr lang="en-US"/>
          </a:p>
        </p:txBody>
      </p:sp>
      <p:sp>
        <p:nvSpPr>
          <p:cNvPr id="7" name="Slide Number Placeholder 6"/>
          <p:cNvSpPr>
            <a:spLocks noGrp="1"/>
          </p:cNvSpPr>
          <p:nvPr>
            <p:ph type="sldNum" sz="quarter" idx="12"/>
          </p:nvPr>
        </p:nvSpPr>
        <p:spPr/>
        <p:txBody>
          <a:bodyPr/>
          <a:lstStyle/>
          <a:p>
            <a:fld id="{A4942799-31AF-4FF8-9D79-C1A3E01FB207}" type="slidenum">
              <a:rPr lang="en-US" smtClean="0"/>
              <a:t>‹#›</a:t>
            </a:fld>
            <a:endParaRPr lang="en-US"/>
          </a:p>
        </p:txBody>
      </p:sp>
      <p:sp>
        <p:nvSpPr>
          <p:cNvPr id="9" name="Content Placeholder 8">
            <a:extLst>
              <a:ext uri="{FF2B5EF4-FFF2-40B4-BE49-F238E27FC236}">
                <a16:creationId xmlns:a16="http://schemas.microsoft.com/office/drawing/2014/main" id="{EC1FEB3F-0898-4AE0-B8C4-970BF80A3766}"/>
              </a:ext>
            </a:extLst>
          </p:cNvPr>
          <p:cNvSpPr>
            <a:spLocks noGrp="1"/>
          </p:cNvSpPr>
          <p:nvPr>
            <p:ph sz="quarter" idx="14"/>
          </p:nvPr>
        </p:nvSpPr>
        <p:spPr bwMode="ltGray">
          <a:xfrm>
            <a:off x="-5291" y="-57584"/>
            <a:ext cx="12192000" cy="4851400"/>
          </a:xfrm>
          <a:custGeom>
            <a:avLst/>
            <a:gdLst>
              <a:gd name="connsiteX0" fmla="*/ 0 w 10561638"/>
              <a:gd name="connsiteY0" fmla="*/ 0 h 3937000"/>
              <a:gd name="connsiteX1" fmla="*/ 1760273 w 10561638"/>
              <a:gd name="connsiteY1" fmla="*/ 0 h 3937000"/>
              <a:gd name="connsiteX2" fmla="*/ 1760273 w 10561638"/>
              <a:gd name="connsiteY2" fmla="*/ 0 h 3937000"/>
              <a:gd name="connsiteX3" fmla="*/ 4400683 w 10561638"/>
              <a:gd name="connsiteY3" fmla="*/ 0 h 3937000"/>
              <a:gd name="connsiteX4" fmla="*/ 10561638 w 10561638"/>
              <a:gd name="connsiteY4" fmla="*/ 0 h 3937000"/>
              <a:gd name="connsiteX5" fmla="*/ 10561638 w 10561638"/>
              <a:gd name="connsiteY5" fmla="*/ 2296583 h 3937000"/>
              <a:gd name="connsiteX6" fmla="*/ 10561638 w 10561638"/>
              <a:gd name="connsiteY6" fmla="*/ 2296583 h 3937000"/>
              <a:gd name="connsiteX7" fmla="*/ 10561638 w 10561638"/>
              <a:gd name="connsiteY7" fmla="*/ 3280833 h 3937000"/>
              <a:gd name="connsiteX8" fmla="*/ 10561638 w 10561638"/>
              <a:gd name="connsiteY8" fmla="*/ 3937000 h 3937000"/>
              <a:gd name="connsiteX9" fmla="*/ 4400683 w 10561638"/>
              <a:gd name="connsiteY9" fmla="*/ 3937000 h 3937000"/>
              <a:gd name="connsiteX10" fmla="*/ 2077263 w 10561638"/>
              <a:gd name="connsiteY10" fmla="*/ 4251330 h 3937000"/>
              <a:gd name="connsiteX11" fmla="*/ 1760273 w 10561638"/>
              <a:gd name="connsiteY11" fmla="*/ 3937000 h 3937000"/>
              <a:gd name="connsiteX12" fmla="*/ 0 w 10561638"/>
              <a:gd name="connsiteY12" fmla="*/ 3937000 h 3937000"/>
              <a:gd name="connsiteX13" fmla="*/ 0 w 10561638"/>
              <a:gd name="connsiteY13" fmla="*/ 3280833 h 3937000"/>
              <a:gd name="connsiteX14" fmla="*/ 0 w 10561638"/>
              <a:gd name="connsiteY14" fmla="*/ 2296583 h 3937000"/>
              <a:gd name="connsiteX15" fmla="*/ 0 w 10561638"/>
              <a:gd name="connsiteY15" fmla="*/ 2296583 h 3937000"/>
              <a:gd name="connsiteX16" fmla="*/ 0 w 10561638"/>
              <a:gd name="connsiteY16" fmla="*/ 0 h 3937000"/>
              <a:gd name="connsiteX0" fmla="*/ 0 w 10561638"/>
              <a:gd name="connsiteY0" fmla="*/ 0 h 4251330"/>
              <a:gd name="connsiteX1" fmla="*/ 1760273 w 10561638"/>
              <a:gd name="connsiteY1" fmla="*/ 0 h 4251330"/>
              <a:gd name="connsiteX2" fmla="*/ 1760273 w 10561638"/>
              <a:gd name="connsiteY2" fmla="*/ 0 h 4251330"/>
              <a:gd name="connsiteX3" fmla="*/ 4400683 w 10561638"/>
              <a:gd name="connsiteY3" fmla="*/ 0 h 4251330"/>
              <a:gd name="connsiteX4" fmla="*/ 10561638 w 10561638"/>
              <a:gd name="connsiteY4" fmla="*/ 0 h 4251330"/>
              <a:gd name="connsiteX5" fmla="*/ 10561638 w 10561638"/>
              <a:gd name="connsiteY5" fmla="*/ 2296583 h 4251330"/>
              <a:gd name="connsiteX6" fmla="*/ 10561638 w 10561638"/>
              <a:gd name="connsiteY6" fmla="*/ 2296583 h 4251330"/>
              <a:gd name="connsiteX7" fmla="*/ 10561638 w 10561638"/>
              <a:gd name="connsiteY7" fmla="*/ 3280833 h 4251330"/>
              <a:gd name="connsiteX8" fmla="*/ 10561638 w 10561638"/>
              <a:gd name="connsiteY8" fmla="*/ 3937000 h 4251330"/>
              <a:gd name="connsiteX9" fmla="*/ 2482983 w 10561638"/>
              <a:gd name="connsiteY9" fmla="*/ 3975100 h 4251330"/>
              <a:gd name="connsiteX10" fmla="*/ 2077263 w 10561638"/>
              <a:gd name="connsiteY10" fmla="*/ 4251330 h 4251330"/>
              <a:gd name="connsiteX11" fmla="*/ 1760273 w 10561638"/>
              <a:gd name="connsiteY11" fmla="*/ 3937000 h 4251330"/>
              <a:gd name="connsiteX12" fmla="*/ 0 w 10561638"/>
              <a:gd name="connsiteY12" fmla="*/ 3937000 h 4251330"/>
              <a:gd name="connsiteX13" fmla="*/ 0 w 10561638"/>
              <a:gd name="connsiteY13" fmla="*/ 3280833 h 4251330"/>
              <a:gd name="connsiteX14" fmla="*/ 0 w 10561638"/>
              <a:gd name="connsiteY14" fmla="*/ 2296583 h 4251330"/>
              <a:gd name="connsiteX15" fmla="*/ 0 w 10561638"/>
              <a:gd name="connsiteY15" fmla="*/ 2296583 h 4251330"/>
              <a:gd name="connsiteX16" fmla="*/ 0 w 10561638"/>
              <a:gd name="connsiteY16" fmla="*/ 0 h 4251330"/>
              <a:gd name="connsiteX0" fmla="*/ 0 w 10561638"/>
              <a:gd name="connsiteY0" fmla="*/ 0 h 4251330"/>
              <a:gd name="connsiteX1" fmla="*/ 1760273 w 10561638"/>
              <a:gd name="connsiteY1" fmla="*/ 0 h 4251330"/>
              <a:gd name="connsiteX2" fmla="*/ 1760273 w 10561638"/>
              <a:gd name="connsiteY2" fmla="*/ 0 h 4251330"/>
              <a:gd name="connsiteX3" fmla="*/ 4400683 w 10561638"/>
              <a:gd name="connsiteY3" fmla="*/ 0 h 4251330"/>
              <a:gd name="connsiteX4" fmla="*/ 10561638 w 10561638"/>
              <a:gd name="connsiteY4" fmla="*/ 0 h 4251330"/>
              <a:gd name="connsiteX5" fmla="*/ 10561638 w 10561638"/>
              <a:gd name="connsiteY5" fmla="*/ 2296583 h 4251330"/>
              <a:gd name="connsiteX6" fmla="*/ 10561638 w 10561638"/>
              <a:gd name="connsiteY6" fmla="*/ 2296583 h 4251330"/>
              <a:gd name="connsiteX7" fmla="*/ 10561638 w 10561638"/>
              <a:gd name="connsiteY7" fmla="*/ 3280833 h 4251330"/>
              <a:gd name="connsiteX8" fmla="*/ 10561638 w 10561638"/>
              <a:gd name="connsiteY8" fmla="*/ 3937000 h 4251330"/>
              <a:gd name="connsiteX9" fmla="*/ 2343283 w 10561638"/>
              <a:gd name="connsiteY9" fmla="*/ 3987800 h 4251330"/>
              <a:gd name="connsiteX10" fmla="*/ 2077263 w 10561638"/>
              <a:gd name="connsiteY10" fmla="*/ 4251330 h 4251330"/>
              <a:gd name="connsiteX11" fmla="*/ 1760273 w 10561638"/>
              <a:gd name="connsiteY11" fmla="*/ 3937000 h 4251330"/>
              <a:gd name="connsiteX12" fmla="*/ 0 w 10561638"/>
              <a:gd name="connsiteY12" fmla="*/ 3937000 h 4251330"/>
              <a:gd name="connsiteX13" fmla="*/ 0 w 10561638"/>
              <a:gd name="connsiteY13" fmla="*/ 3280833 h 4251330"/>
              <a:gd name="connsiteX14" fmla="*/ 0 w 10561638"/>
              <a:gd name="connsiteY14" fmla="*/ 2296583 h 4251330"/>
              <a:gd name="connsiteX15" fmla="*/ 0 w 10561638"/>
              <a:gd name="connsiteY15" fmla="*/ 2296583 h 4251330"/>
              <a:gd name="connsiteX16" fmla="*/ 0 w 10561638"/>
              <a:gd name="connsiteY16" fmla="*/ 0 h 4251330"/>
              <a:gd name="connsiteX0" fmla="*/ 0 w 10561638"/>
              <a:gd name="connsiteY0" fmla="*/ 0 h 4251330"/>
              <a:gd name="connsiteX1" fmla="*/ 1760273 w 10561638"/>
              <a:gd name="connsiteY1" fmla="*/ 0 h 4251330"/>
              <a:gd name="connsiteX2" fmla="*/ 1760273 w 10561638"/>
              <a:gd name="connsiteY2" fmla="*/ 0 h 4251330"/>
              <a:gd name="connsiteX3" fmla="*/ 4400683 w 10561638"/>
              <a:gd name="connsiteY3" fmla="*/ 0 h 4251330"/>
              <a:gd name="connsiteX4" fmla="*/ 10561638 w 10561638"/>
              <a:gd name="connsiteY4" fmla="*/ 0 h 4251330"/>
              <a:gd name="connsiteX5" fmla="*/ 10561638 w 10561638"/>
              <a:gd name="connsiteY5" fmla="*/ 2296583 h 4251330"/>
              <a:gd name="connsiteX6" fmla="*/ 10561638 w 10561638"/>
              <a:gd name="connsiteY6" fmla="*/ 2296583 h 4251330"/>
              <a:gd name="connsiteX7" fmla="*/ 10561638 w 10561638"/>
              <a:gd name="connsiteY7" fmla="*/ 3280833 h 4251330"/>
              <a:gd name="connsiteX8" fmla="*/ 10561638 w 10561638"/>
              <a:gd name="connsiteY8" fmla="*/ 3937000 h 4251330"/>
              <a:gd name="connsiteX9" fmla="*/ 2343283 w 10561638"/>
              <a:gd name="connsiteY9" fmla="*/ 3962400 h 4251330"/>
              <a:gd name="connsiteX10" fmla="*/ 2077263 w 10561638"/>
              <a:gd name="connsiteY10" fmla="*/ 4251330 h 4251330"/>
              <a:gd name="connsiteX11" fmla="*/ 1760273 w 10561638"/>
              <a:gd name="connsiteY11" fmla="*/ 3937000 h 4251330"/>
              <a:gd name="connsiteX12" fmla="*/ 0 w 10561638"/>
              <a:gd name="connsiteY12" fmla="*/ 3937000 h 4251330"/>
              <a:gd name="connsiteX13" fmla="*/ 0 w 10561638"/>
              <a:gd name="connsiteY13" fmla="*/ 3280833 h 4251330"/>
              <a:gd name="connsiteX14" fmla="*/ 0 w 10561638"/>
              <a:gd name="connsiteY14" fmla="*/ 2296583 h 4251330"/>
              <a:gd name="connsiteX15" fmla="*/ 0 w 10561638"/>
              <a:gd name="connsiteY15" fmla="*/ 2296583 h 4251330"/>
              <a:gd name="connsiteX16" fmla="*/ 0 w 10561638"/>
              <a:gd name="connsiteY16" fmla="*/ 0 h 4251330"/>
              <a:gd name="connsiteX0" fmla="*/ 0 w 10561638"/>
              <a:gd name="connsiteY0" fmla="*/ 0 h 4251330"/>
              <a:gd name="connsiteX1" fmla="*/ 1760273 w 10561638"/>
              <a:gd name="connsiteY1" fmla="*/ 0 h 4251330"/>
              <a:gd name="connsiteX2" fmla="*/ 1760273 w 10561638"/>
              <a:gd name="connsiteY2" fmla="*/ 0 h 4251330"/>
              <a:gd name="connsiteX3" fmla="*/ 4400683 w 10561638"/>
              <a:gd name="connsiteY3" fmla="*/ 0 h 4251330"/>
              <a:gd name="connsiteX4" fmla="*/ 10561638 w 10561638"/>
              <a:gd name="connsiteY4" fmla="*/ 0 h 4251330"/>
              <a:gd name="connsiteX5" fmla="*/ 10561638 w 10561638"/>
              <a:gd name="connsiteY5" fmla="*/ 2296583 h 4251330"/>
              <a:gd name="connsiteX6" fmla="*/ 10561638 w 10561638"/>
              <a:gd name="connsiteY6" fmla="*/ 2296583 h 4251330"/>
              <a:gd name="connsiteX7" fmla="*/ 10561638 w 10561638"/>
              <a:gd name="connsiteY7" fmla="*/ 3280833 h 4251330"/>
              <a:gd name="connsiteX8" fmla="*/ 10561638 w 10561638"/>
              <a:gd name="connsiteY8" fmla="*/ 3937000 h 4251330"/>
              <a:gd name="connsiteX9" fmla="*/ 2343283 w 10561638"/>
              <a:gd name="connsiteY9" fmla="*/ 3924300 h 4251330"/>
              <a:gd name="connsiteX10" fmla="*/ 2077263 w 10561638"/>
              <a:gd name="connsiteY10" fmla="*/ 4251330 h 4251330"/>
              <a:gd name="connsiteX11" fmla="*/ 1760273 w 10561638"/>
              <a:gd name="connsiteY11" fmla="*/ 3937000 h 4251330"/>
              <a:gd name="connsiteX12" fmla="*/ 0 w 10561638"/>
              <a:gd name="connsiteY12" fmla="*/ 3937000 h 4251330"/>
              <a:gd name="connsiteX13" fmla="*/ 0 w 10561638"/>
              <a:gd name="connsiteY13" fmla="*/ 3280833 h 4251330"/>
              <a:gd name="connsiteX14" fmla="*/ 0 w 10561638"/>
              <a:gd name="connsiteY14" fmla="*/ 2296583 h 4251330"/>
              <a:gd name="connsiteX15" fmla="*/ 0 w 10561638"/>
              <a:gd name="connsiteY15" fmla="*/ 2296583 h 4251330"/>
              <a:gd name="connsiteX16" fmla="*/ 0 w 10561638"/>
              <a:gd name="connsiteY16" fmla="*/ 0 h 425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561638" h="4251330">
                <a:moveTo>
                  <a:pt x="0" y="0"/>
                </a:moveTo>
                <a:lnTo>
                  <a:pt x="1760273" y="0"/>
                </a:lnTo>
                <a:lnTo>
                  <a:pt x="1760273" y="0"/>
                </a:lnTo>
                <a:lnTo>
                  <a:pt x="4400683" y="0"/>
                </a:lnTo>
                <a:lnTo>
                  <a:pt x="10561638" y="0"/>
                </a:lnTo>
                <a:lnTo>
                  <a:pt x="10561638" y="2296583"/>
                </a:lnTo>
                <a:lnTo>
                  <a:pt x="10561638" y="2296583"/>
                </a:lnTo>
                <a:lnTo>
                  <a:pt x="10561638" y="3280833"/>
                </a:lnTo>
                <a:lnTo>
                  <a:pt x="10561638" y="3937000"/>
                </a:lnTo>
                <a:lnTo>
                  <a:pt x="2343283" y="3924300"/>
                </a:lnTo>
                <a:lnTo>
                  <a:pt x="2077263" y="4251330"/>
                </a:lnTo>
                <a:lnTo>
                  <a:pt x="1760273" y="3937000"/>
                </a:lnTo>
                <a:lnTo>
                  <a:pt x="0" y="3937000"/>
                </a:lnTo>
                <a:lnTo>
                  <a:pt x="0" y="3280833"/>
                </a:lnTo>
                <a:lnTo>
                  <a:pt x="0" y="2296583"/>
                </a:lnTo>
                <a:lnTo>
                  <a:pt x="0" y="2296583"/>
                </a:lnTo>
                <a:lnTo>
                  <a:pt x="0" y="0"/>
                </a:lnTo>
                <a:close/>
              </a:path>
            </a:pathLst>
          </a:custGeom>
          <a:blipFill>
            <a:blip r:embed="rId2">
              <a:duotone>
                <a:schemeClr val="accent1">
                  <a:tint val="98000"/>
                  <a:lumMod val="102000"/>
                </a:schemeClr>
                <a:schemeClr val="accent1">
                  <a:shade val="98000"/>
                  <a:lumMod val="98000"/>
                </a:schemeClr>
              </a:duotone>
            </a:blip>
            <a:tile tx="0" ty="0" sx="100000" sy="100000" flip="none" algn="tl"/>
          </a:blipFill>
          <a:effectLst>
            <a:innerShdw blurRad="63500" dist="50800" dir="5400000">
              <a:prstClr val="black">
                <a:alpha val="50000"/>
              </a:prstClr>
            </a:innerShdw>
          </a:effectLst>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311174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1" name="Freeform 6"/>
          <p:cNvSpPr/>
          <p:nvPr/>
        </p:nvSpPr>
        <p:spPr bwMode="ltGray">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5400000">
              <a:prstClr val="black">
                <a:alpha val="50000"/>
              </a:prstClr>
            </a:innerShdw>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447188"/>
            <a:ext cx="10571998" cy="970450"/>
          </a:xfrm>
        </p:spPr>
        <p:txBody>
          <a:bodyPr anchor="ctr" anchorCtr="0"/>
          <a:lstStyle>
            <a:lvl1pPr>
              <a:defRPr b="0"/>
            </a:lvl1pPr>
          </a:lstStyle>
          <a:p>
            <a:r>
              <a:rPr lang="en-US"/>
              <a:t>Click to edit Master title style</a:t>
            </a:r>
          </a:p>
        </p:txBody>
      </p:sp>
      <p:sp>
        <p:nvSpPr>
          <p:cNvPr id="3" name="Content Placeholder 2"/>
          <p:cNvSpPr>
            <a:spLocks noGrp="1"/>
          </p:cNvSpPr>
          <p:nvPr>
            <p:ph idx="1"/>
          </p:nvPr>
        </p:nvSpPr>
        <p:spPr>
          <a:xfrm>
            <a:off x="818712" y="2222287"/>
            <a:ext cx="10554574" cy="363651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B7F6C47-B260-4BB6-8230-7D14D5CDE026}" type="datetimeFigureOut">
              <a:rPr lang="en-US" smtClean="0"/>
              <a:t>12/19/2025</a:t>
            </a:fld>
            <a:endParaRPr lang="en-US"/>
          </a:p>
        </p:txBody>
      </p:sp>
      <p:sp>
        <p:nvSpPr>
          <p:cNvPr id="5" name="Footer Placeholder 4"/>
          <p:cNvSpPr>
            <a:spLocks noGrp="1"/>
          </p:cNvSpPr>
          <p:nvPr>
            <p:ph type="ftr" sz="quarter" idx="11"/>
          </p:nvPr>
        </p:nvSpPr>
        <p:spPr/>
        <p:txBody>
          <a:bodyPr/>
          <a:lstStyle/>
          <a:p>
            <a:r>
              <a:rPr lang="en-ZA"/>
              <a:t>Add a footer </a:t>
            </a:r>
            <a:endParaRPr lang="en-US"/>
          </a:p>
        </p:txBody>
      </p:sp>
      <p:sp>
        <p:nvSpPr>
          <p:cNvPr id="6" name="Slide Number Placeholder 5"/>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42402816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Freeform 7"/>
          <p:cNvSpPr/>
          <p:nvPr/>
        </p:nvSpPr>
        <p:spPr bwMode="ltGray">
          <a:xfrm>
            <a:off x="0" y="1"/>
            <a:ext cx="12192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a:effectLst>
            <a:innerShdw blurRad="63500" dist="50800" dir="5400000">
              <a:prstClr val="black">
                <a:alpha val="50000"/>
              </a:prstClr>
            </a:innerShdw>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606669"/>
            <a:ext cx="10561418" cy="3813527"/>
          </a:xfrm>
        </p:spPr>
        <p:txBody>
          <a:bodyPr anchor="ctr" anchorCtr="0"/>
          <a:lstStyle>
            <a:lvl1pPr algn="ctr">
              <a:defRPr sz="4800" b="0" cap="none"/>
            </a:lvl1pPr>
          </a:lstStyle>
          <a:p>
            <a:r>
              <a:rPr lang="en-US"/>
              <a:t>Click to edit Master title style</a:t>
            </a:r>
          </a:p>
        </p:txBody>
      </p:sp>
      <p:sp>
        <p:nvSpPr>
          <p:cNvPr id="3" name="Text Placeholder 2"/>
          <p:cNvSpPr>
            <a:spLocks noGrp="1"/>
          </p:cNvSpPr>
          <p:nvPr>
            <p:ph type="body" idx="1"/>
          </p:nvPr>
        </p:nvSpPr>
        <p:spPr>
          <a:xfrm>
            <a:off x="810000" y="5281201"/>
            <a:ext cx="10561418" cy="433955"/>
          </a:xfrm>
        </p:spPr>
        <p:txBody>
          <a:bodyPr anchor="ctr" anchorCtr="0">
            <a:noAutofit/>
          </a:bodyPr>
          <a:lstStyle>
            <a:lvl1pPr marL="0" indent="0" algn="r">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B7F6C47-B260-4BB6-8230-7D14D5CDE026}" type="datetimeFigureOut">
              <a:rPr lang="en-US" smtClean="0"/>
              <a:t>12/19/2025</a:t>
            </a:fld>
            <a:endParaRPr lang="en-US"/>
          </a:p>
        </p:txBody>
      </p:sp>
      <p:sp>
        <p:nvSpPr>
          <p:cNvPr id="5" name="Footer Placeholder 4"/>
          <p:cNvSpPr>
            <a:spLocks noGrp="1"/>
          </p:cNvSpPr>
          <p:nvPr>
            <p:ph type="ftr" sz="quarter" idx="11"/>
          </p:nvPr>
        </p:nvSpPr>
        <p:spPr/>
        <p:txBody>
          <a:bodyPr/>
          <a:lstStyle/>
          <a:p>
            <a:r>
              <a:rPr lang="en-ZA"/>
              <a:t>Add a footer </a:t>
            </a:r>
            <a:endParaRPr lang="en-US"/>
          </a:p>
        </p:txBody>
      </p:sp>
      <p:sp>
        <p:nvSpPr>
          <p:cNvPr id="6" name="Slide Number Placeholder 5"/>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35764053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6"/>
          <p:cNvSpPr/>
          <p:nvPr/>
        </p:nvSpPr>
        <p:spPr bwMode="ltGray">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5400000">
              <a:prstClr val="black">
                <a:alpha val="50000"/>
              </a:prstClr>
            </a:innerShdw>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nchor="ctr" anchorCtr="0"/>
          <a:lstStyle>
            <a:lvl1pPr>
              <a:defRPr b="0"/>
            </a:lvl1pPr>
          </a:lstStyle>
          <a:p>
            <a:r>
              <a:rPr lang="en-US"/>
              <a:t>Click to edit Master title style</a:t>
            </a:r>
          </a:p>
        </p:txBody>
      </p:sp>
      <p:sp>
        <p:nvSpPr>
          <p:cNvPr id="3" name="Text Placeholder 2"/>
          <p:cNvSpPr>
            <a:spLocks noGrp="1"/>
          </p:cNvSpPr>
          <p:nvPr>
            <p:ph type="body" idx="1"/>
          </p:nvPr>
        </p:nvSpPr>
        <p:spPr>
          <a:xfrm>
            <a:off x="814728" y="2174875"/>
            <a:ext cx="5189857"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14729" y="2751138"/>
            <a:ext cx="5189856" cy="3109913"/>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87415" y="2174875"/>
            <a:ext cx="519458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87415" y="2751138"/>
            <a:ext cx="5194583" cy="3109913"/>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B7F6C47-B260-4BB6-8230-7D14D5CDE026}" type="datetimeFigureOut">
              <a:rPr lang="en-US" smtClean="0"/>
              <a:t>12/19/2025</a:t>
            </a:fld>
            <a:endParaRPr lang="en-US"/>
          </a:p>
        </p:txBody>
      </p:sp>
      <p:sp>
        <p:nvSpPr>
          <p:cNvPr id="8" name="Footer Placeholder 7"/>
          <p:cNvSpPr>
            <a:spLocks noGrp="1"/>
          </p:cNvSpPr>
          <p:nvPr>
            <p:ph type="ftr" sz="quarter" idx="11"/>
          </p:nvPr>
        </p:nvSpPr>
        <p:spPr/>
        <p:txBody>
          <a:bodyPr/>
          <a:lstStyle/>
          <a:p>
            <a:r>
              <a:rPr lang="en-ZA"/>
              <a:t>Add a footer </a:t>
            </a:r>
            <a:endParaRPr lang="en-US"/>
          </a:p>
        </p:txBody>
      </p:sp>
      <p:sp>
        <p:nvSpPr>
          <p:cNvPr id="9" name="Slide Number Placeholder 8"/>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335506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Freeform 6"/>
          <p:cNvSpPr/>
          <p:nvPr/>
        </p:nvSpPr>
        <p:spPr bwMode="ltGray">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5400000">
              <a:prstClr val="black">
                <a:alpha val="50000"/>
              </a:prstClr>
            </a:innerShdw>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nchor="ctr" anchorCtr="0"/>
          <a:lstStyle>
            <a:lvl1pPr>
              <a:defRPr b="0"/>
            </a:lvl1pPr>
          </a:lstStyle>
          <a:p>
            <a:r>
              <a:rPr lang="en-US"/>
              <a:t>Click to edit Master title style</a:t>
            </a:r>
          </a:p>
        </p:txBody>
      </p:sp>
      <p:sp>
        <p:nvSpPr>
          <p:cNvPr id="3" name="Date Placeholder 2"/>
          <p:cNvSpPr>
            <a:spLocks noGrp="1"/>
          </p:cNvSpPr>
          <p:nvPr>
            <p:ph type="dt" sz="half" idx="10"/>
          </p:nvPr>
        </p:nvSpPr>
        <p:spPr/>
        <p:txBody>
          <a:bodyPr/>
          <a:lstStyle/>
          <a:p>
            <a:fld id="{FB7F6C47-B260-4BB6-8230-7D14D5CDE026}" type="datetimeFigureOut">
              <a:rPr lang="en-US" smtClean="0"/>
              <a:t>12/19/2025</a:t>
            </a:fld>
            <a:endParaRPr lang="en-US"/>
          </a:p>
        </p:txBody>
      </p:sp>
      <p:sp>
        <p:nvSpPr>
          <p:cNvPr id="4" name="Footer Placeholder 3"/>
          <p:cNvSpPr>
            <a:spLocks noGrp="1"/>
          </p:cNvSpPr>
          <p:nvPr>
            <p:ph type="ftr" sz="quarter" idx="11"/>
          </p:nvPr>
        </p:nvSpPr>
        <p:spPr/>
        <p:txBody>
          <a:bodyPr/>
          <a:lstStyle/>
          <a:p>
            <a:r>
              <a:rPr lang="en-ZA"/>
              <a:t>Add a footer </a:t>
            </a:r>
            <a:endParaRPr lang="en-US"/>
          </a:p>
        </p:txBody>
      </p:sp>
      <p:sp>
        <p:nvSpPr>
          <p:cNvPr id="5" name="Slide Number Placeholder 4"/>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18981268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B7F6C47-B260-4BB6-8230-7D14D5CDE026}" type="datetimeFigureOut">
              <a:rPr lang="en-US" smtClean="0"/>
              <a:t>12/19/2025</a:t>
            </a:fld>
            <a:endParaRPr lang="en-US"/>
          </a:p>
        </p:txBody>
      </p:sp>
      <p:sp>
        <p:nvSpPr>
          <p:cNvPr id="3" name="Footer Placeholder 2"/>
          <p:cNvSpPr>
            <a:spLocks noGrp="1"/>
          </p:cNvSpPr>
          <p:nvPr>
            <p:ph type="ftr" sz="quarter" idx="11"/>
          </p:nvPr>
        </p:nvSpPr>
        <p:spPr/>
        <p:txBody>
          <a:bodyPr/>
          <a:lstStyle/>
          <a:p>
            <a:r>
              <a:rPr lang="en-ZA"/>
              <a:t>Add a footer </a:t>
            </a:r>
            <a:endParaRPr lang="en-US"/>
          </a:p>
        </p:txBody>
      </p:sp>
      <p:sp>
        <p:nvSpPr>
          <p:cNvPr id="4" name="Slide Number Placeholder 3"/>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33403657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2" name="Freeform 6"/>
          <p:cNvSpPr>
            <a:spLocks noChangeAspect="1"/>
          </p:cNvSpPr>
          <p:nvPr/>
        </p:nvSpPr>
        <p:spPr bwMode="ltGray">
          <a:xfrm>
            <a:off x="1073151" y="446087"/>
            <a:ext cx="3547533" cy="2838449"/>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ffectLst>
            <a:innerShdw blurRad="114300">
              <a:prstClr val="black"/>
            </a:innerShdw>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1073151" y="446088"/>
            <a:ext cx="3547533" cy="2576512"/>
          </a:xfrm>
        </p:spPr>
        <p:txBody>
          <a:bodyPr anchor="ctr" anchorCtr="0"/>
          <a:lstStyle>
            <a:lvl1pPr algn="l">
              <a:defRPr sz="4000" b="0"/>
            </a:lvl1pPr>
          </a:lstStyle>
          <a:p>
            <a:r>
              <a:rPr lang="en-US"/>
              <a:t>Click to edit Master title style</a:t>
            </a:r>
          </a:p>
        </p:txBody>
      </p:sp>
      <p:sp>
        <p:nvSpPr>
          <p:cNvPr id="3" name="Content Placeholder 2"/>
          <p:cNvSpPr>
            <a:spLocks noGrp="1"/>
          </p:cNvSpPr>
          <p:nvPr>
            <p:ph idx="1"/>
          </p:nvPr>
        </p:nvSpPr>
        <p:spPr>
          <a:xfrm>
            <a:off x="4855633" y="446088"/>
            <a:ext cx="6252633" cy="5414963"/>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073151" y="3022600"/>
            <a:ext cx="3547533" cy="2838449"/>
          </a:xfrm>
        </p:spPr>
        <p:txBody>
          <a:bodyPr>
            <a:normAutofit/>
          </a:bodyPr>
          <a:lstStyle>
            <a:lvl1pPr marL="0" indent="0">
              <a:buNone/>
              <a:defRPr sz="2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FB7F6C47-B260-4BB6-8230-7D14D5CDE026}" type="datetimeFigureOut">
              <a:rPr lang="en-US" smtClean="0"/>
              <a:t>12/19/2025</a:t>
            </a:fld>
            <a:endParaRPr lang="en-US"/>
          </a:p>
        </p:txBody>
      </p:sp>
      <p:sp>
        <p:nvSpPr>
          <p:cNvPr id="6" name="Footer Placeholder 5"/>
          <p:cNvSpPr>
            <a:spLocks noGrp="1"/>
          </p:cNvSpPr>
          <p:nvPr>
            <p:ph type="ftr" sz="quarter" idx="11"/>
          </p:nvPr>
        </p:nvSpPr>
        <p:spPr/>
        <p:txBody>
          <a:bodyPr/>
          <a:lstStyle/>
          <a:p>
            <a:r>
              <a:rPr lang="en-ZA"/>
              <a:t>Add a footer </a:t>
            </a:r>
            <a:endParaRPr lang="en-US"/>
          </a:p>
        </p:txBody>
      </p:sp>
      <p:sp>
        <p:nvSpPr>
          <p:cNvPr id="7" name="Slide Number Placeholder 6"/>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31056117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8" name="Freeform 6"/>
          <p:cNvSpPr>
            <a:spLocks noChangeAspect="1"/>
          </p:cNvSpPr>
          <p:nvPr/>
        </p:nvSpPr>
        <p:spPr bwMode="ltGray">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a:effectLst>
            <a:innerShdw blurRad="114300">
              <a:prstClr val="black"/>
            </a:innerShdw>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50985" y="1238502"/>
            <a:ext cx="5893840" cy="2645912"/>
          </a:xfrm>
        </p:spPr>
        <p:txBody>
          <a:bodyPr anchor="ctr" anchorCtr="0"/>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9" name="Text Placeholder 5"/>
          <p:cNvSpPr>
            <a:spLocks noGrp="1"/>
          </p:cNvSpPr>
          <p:nvPr>
            <p:ph type="body" sz="quarter" idx="16"/>
          </p:nvPr>
        </p:nvSpPr>
        <p:spPr>
          <a:xfrm>
            <a:off x="7574642" y="1081456"/>
            <a:ext cx="3810001" cy="4075465"/>
          </a:xfrm>
        </p:spPr>
        <p:txBody>
          <a:bodyPr anchor="t" anchorCtr="0">
            <a:normAutofit/>
          </a:bodyPr>
          <a:lstStyle>
            <a:lvl1pPr marL="0" indent="0" algn="l">
              <a:buFontTx/>
              <a:buNone/>
              <a:defRPr sz="2800"/>
            </a:lvl1pPr>
          </a:lstStyle>
          <a:p>
            <a:pPr lvl="0"/>
            <a:r>
              <a:rPr lang="en-US"/>
              <a:t>Edit Master text styles</a:t>
            </a:r>
          </a:p>
        </p:txBody>
      </p:sp>
      <p:sp>
        <p:nvSpPr>
          <p:cNvPr id="4" name="Date Placeholder 3"/>
          <p:cNvSpPr>
            <a:spLocks noGrp="1"/>
          </p:cNvSpPr>
          <p:nvPr>
            <p:ph type="dt" sz="half" idx="10"/>
          </p:nvPr>
        </p:nvSpPr>
        <p:spPr/>
        <p:txBody>
          <a:bodyPr/>
          <a:lstStyle/>
          <a:p>
            <a:fld id="{FB7F6C47-B260-4BB6-8230-7D14D5CDE026}" type="datetimeFigureOut">
              <a:rPr lang="en-US" smtClean="0"/>
              <a:t>12/19/2025</a:t>
            </a:fld>
            <a:endParaRPr lang="en-US"/>
          </a:p>
        </p:txBody>
      </p:sp>
      <p:sp>
        <p:nvSpPr>
          <p:cNvPr id="5" name="Footer Placeholder 4"/>
          <p:cNvSpPr>
            <a:spLocks noGrp="1"/>
          </p:cNvSpPr>
          <p:nvPr>
            <p:ph type="ftr" sz="quarter" idx="11"/>
          </p:nvPr>
        </p:nvSpPr>
        <p:spPr/>
        <p:txBody>
          <a:bodyPr/>
          <a:lstStyle/>
          <a:p>
            <a:r>
              <a:rPr lang="en-ZA"/>
              <a:t>Add a footer </a:t>
            </a:r>
            <a:endParaRPr lang="en-US"/>
          </a:p>
        </p:txBody>
      </p:sp>
      <p:sp>
        <p:nvSpPr>
          <p:cNvPr id="6" name="Slide Number Placeholder 5"/>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41409645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9" name="Freeform 6"/>
          <p:cNvSpPr>
            <a:spLocks noChangeAspect="1"/>
          </p:cNvSpPr>
          <p:nvPr/>
        </p:nvSpPr>
        <p:spPr bwMode="ltGray">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a:effectLst>
            <a:innerShdw blurRad="114300">
              <a:prstClr val="black"/>
            </a:innerShdw>
          </a:effectLst>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357089" y="2435957"/>
            <a:ext cx="4382521" cy="2007789"/>
          </a:xfrm>
        </p:spPr>
        <p:txBody>
          <a:bodyPr anchor="ctr" anchorCtr="0"/>
          <a:lstStyle>
            <a:lvl1pPr algn="l">
              <a:defRPr sz="4000" b="0"/>
            </a:lvl1pPr>
          </a:lstStyle>
          <a:p>
            <a:r>
              <a:rPr lang="en-US"/>
              <a:t>Click to edit Master title style</a:t>
            </a:r>
          </a:p>
        </p:txBody>
      </p:sp>
      <p:sp>
        <p:nvSpPr>
          <p:cNvPr id="6" name="Text Placeholder 5"/>
          <p:cNvSpPr>
            <a:spLocks noGrp="1"/>
          </p:cNvSpPr>
          <p:nvPr>
            <p:ph type="body" sz="quarter" idx="16"/>
          </p:nvPr>
        </p:nvSpPr>
        <p:spPr>
          <a:xfrm>
            <a:off x="6156000" y="2286000"/>
            <a:ext cx="4880300" cy="2295525"/>
          </a:xfrm>
        </p:spPr>
        <p:txBody>
          <a:bodyPr anchor="ctr" anchorCtr="0">
            <a:normAutofit/>
          </a:bodyPr>
          <a:lstStyle>
            <a:lvl1pPr marL="0" indent="0" algn="ctr">
              <a:buFontTx/>
              <a:buNone/>
              <a:defRPr sz="2800"/>
            </a:lvl1pPr>
          </a:lstStyle>
          <a:p>
            <a:pPr lvl="0"/>
            <a:r>
              <a:rPr lang="en-US"/>
              <a:t>Edit Master text styles</a:t>
            </a:r>
          </a:p>
        </p:txBody>
      </p:sp>
      <p:sp>
        <p:nvSpPr>
          <p:cNvPr id="2" name="Date Placeholder 1"/>
          <p:cNvSpPr>
            <a:spLocks noGrp="1"/>
          </p:cNvSpPr>
          <p:nvPr>
            <p:ph type="dt" sz="half" idx="10"/>
          </p:nvPr>
        </p:nvSpPr>
        <p:spPr/>
        <p:txBody>
          <a:bodyPr/>
          <a:lstStyle/>
          <a:p>
            <a:fld id="{FB7F6C47-B260-4BB6-8230-7D14D5CDE026}" type="datetimeFigureOut">
              <a:rPr lang="en-US" smtClean="0"/>
              <a:t>12/19/2025</a:t>
            </a:fld>
            <a:endParaRPr lang="en-US"/>
          </a:p>
        </p:txBody>
      </p:sp>
      <p:sp>
        <p:nvSpPr>
          <p:cNvPr id="3" name="Footer Placeholder 2"/>
          <p:cNvSpPr>
            <a:spLocks noGrp="1"/>
          </p:cNvSpPr>
          <p:nvPr>
            <p:ph type="ftr" sz="quarter" idx="11"/>
          </p:nvPr>
        </p:nvSpPr>
        <p:spPr/>
        <p:txBody>
          <a:bodyPr/>
          <a:lstStyle/>
          <a:p>
            <a:r>
              <a:rPr lang="en-ZA"/>
              <a:t>Add a footer </a:t>
            </a:r>
            <a:endParaRPr lang="en-US"/>
          </a:p>
        </p:txBody>
      </p:sp>
      <p:sp>
        <p:nvSpPr>
          <p:cNvPr id="4" name="Slide Number Placeholder 3"/>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3168461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2" name="Freeform 6"/>
          <p:cNvSpPr>
            <a:spLocks noChangeAspect="1"/>
          </p:cNvSpPr>
          <p:nvPr/>
        </p:nvSpPr>
        <p:spPr bwMode="ltGray">
          <a:xfrm>
            <a:off x="7669651" y="0"/>
            <a:ext cx="4522349" cy="5861051"/>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ffectLst>
            <a:innerShdw blurRad="63500" dist="50800" dir="8100000">
              <a:prstClr val="black">
                <a:alpha val="50000"/>
              </a:prstClr>
            </a:innerShdw>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183540" y="586171"/>
            <a:ext cx="3754460" cy="5134798"/>
          </a:xfrm>
        </p:spPr>
        <p:txBody>
          <a:bodyPr vert="horz" anchor="ctr" anchorCtr="1"/>
          <a:lstStyle>
            <a:lvl1pPr algn="l">
              <a:defRPr b="0"/>
            </a:lvl1pPr>
          </a:lstStyle>
          <a:p>
            <a:r>
              <a:rPr lang="en-US"/>
              <a:t>Click to edit Master title style</a:t>
            </a:r>
          </a:p>
        </p:txBody>
      </p:sp>
      <p:sp>
        <p:nvSpPr>
          <p:cNvPr id="3" name="Vertical Text Placeholder 2"/>
          <p:cNvSpPr>
            <a:spLocks noGrp="1"/>
          </p:cNvSpPr>
          <p:nvPr>
            <p:ph type="body" orient="vert" idx="1"/>
          </p:nvPr>
        </p:nvSpPr>
        <p:spPr>
          <a:xfrm>
            <a:off x="810001" y="446089"/>
            <a:ext cx="6611540" cy="5414962"/>
          </a:xfrm>
        </p:spPr>
        <p:txBody>
          <a:bodyPr vert="horz" anchor="ctr" anchorCtr="1"/>
          <a:lstStyle>
            <a:lvl1pPr algn="ctr">
              <a:defRPr/>
            </a:lvl1pPr>
            <a:lvl2pPr algn="ctr">
              <a:defRPr/>
            </a:lvl2pPr>
            <a:lvl3pPr algn="ctr">
              <a:defRPr/>
            </a:lvl3pPr>
            <a:lvl4pPr algn="ctr">
              <a:defRPr/>
            </a:lvl4pPr>
            <a:lvl5pPr algn="ct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B7F6C47-B260-4BB6-8230-7D14D5CDE026}" type="datetimeFigureOut">
              <a:rPr lang="en-US" smtClean="0"/>
              <a:t>12/19/2025</a:t>
            </a:fld>
            <a:endParaRPr lang="en-US"/>
          </a:p>
        </p:txBody>
      </p:sp>
      <p:sp>
        <p:nvSpPr>
          <p:cNvPr id="5" name="Footer Placeholder 4"/>
          <p:cNvSpPr>
            <a:spLocks noGrp="1"/>
          </p:cNvSpPr>
          <p:nvPr>
            <p:ph type="ftr" sz="quarter" idx="11"/>
          </p:nvPr>
        </p:nvSpPr>
        <p:spPr/>
        <p:txBody>
          <a:bodyPr/>
          <a:lstStyle/>
          <a:p>
            <a:r>
              <a:rPr lang="en-ZA"/>
              <a:t>Add a footer </a:t>
            </a:r>
            <a:endParaRPr lang="en-US"/>
          </a:p>
        </p:txBody>
      </p:sp>
      <p:sp>
        <p:nvSpPr>
          <p:cNvPr id="6" name="Slide Number Placeholder 5"/>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11836948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p:spPr>
        <p:txBody>
          <a:bodyPr vert="horz" lIns="91440" tIns="45720" rIns="91440" bIns="45720" rtlCol="0" anchor="ctr" anchorCtr="0">
            <a:noAutofit/>
          </a:bodyPr>
          <a:lstStyle/>
          <a:p>
            <a:r>
              <a:rPr lang="en-US"/>
              <a:t>Click to edit Master title style</a:t>
            </a:r>
          </a:p>
        </p:txBody>
      </p:sp>
      <p:sp>
        <p:nvSpPr>
          <p:cNvPr id="3" name="Text Placeholder 2"/>
          <p:cNvSpPr>
            <a:spLocks noGrp="1"/>
          </p:cNvSpPr>
          <p:nvPr>
            <p:ph type="body" idx="1"/>
          </p:nvPr>
        </p:nvSpPr>
        <p:spPr>
          <a:xfrm>
            <a:off x="810000" y="2184401"/>
            <a:ext cx="10563285" cy="3674397"/>
          </a:xfrm>
          <a:prstGeom prst="rect">
            <a:avLst/>
          </a:prstGeom>
          <a:effectLst/>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r>
              <a:rPr lang="en-ZA"/>
              <a:t>Add a footer</a:t>
            </a:r>
            <a:endParaRPr lang="en-US"/>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FB7F6C47-B260-4BB6-8230-7D14D5CDE026}" type="datetimeFigureOut">
              <a:rPr lang="en-US" smtClean="0"/>
              <a:t>12/19/2025</a:t>
            </a:fld>
            <a:endParaRPr lang="en-US"/>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defRPr>
            </a:lvl1pPr>
          </a:lstStyle>
          <a:p>
            <a:fld id="{A4942799-31AF-4FF8-9D79-C1A3E01FB207}" type="slidenum">
              <a:rPr lang="en-US" smtClean="0"/>
              <a:t>‹#›</a:t>
            </a:fld>
            <a:endParaRPr lang="en-US"/>
          </a:p>
        </p:txBody>
      </p:sp>
    </p:spTree>
    <p:extLst>
      <p:ext uri="{BB962C8B-B14F-4D97-AF65-F5344CB8AC3E}">
        <p14:creationId xmlns:p14="http://schemas.microsoft.com/office/powerpoint/2010/main" val="3689481523"/>
      </p:ext>
    </p:extLst>
  </p:cSld>
  <p:clrMap bg1="lt1" tx1="dk1" bg2="lt2" tx2="dk2" accent1="accent1" accent2="accent2" accent3="accent3" accent4="accent4" accent5="accent5" accent6="accent6" hlink="hlink" folHlink="folHlink"/>
  <p:sldLayoutIdLst>
    <p:sldLayoutId id="2147483673" r:id="rId1"/>
    <p:sldLayoutId id="2147483676" r:id="rId2"/>
    <p:sldLayoutId id="2147483687" r:id="rId3"/>
    <p:sldLayoutId id="2147483688" r:id="rId4"/>
    <p:sldLayoutId id="2147483689" r:id="rId5"/>
    <p:sldLayoutId id="2147483681" r:id="rId6"/>
    <p:sldLayoutId id="2147483690" r:id="rId7"/>
    <p:sldLayoutId id="2147483682" r:id="rId8"/>
    <p:sldLayoutId id="2147483674" r:id="rId9"/>
    <p:sldLayoutId id="2147483675" r:id="rId10"/>
    <p:sldLayoutId id="2147483677" r:id="rId11"/>
    <p:sldLayoutId id="2147483678" r:id="rId12"/>
    <p:sldLayoutId id="2147483679" r:id="rId13"/>
    <p:sldLayoutId id="2147483680" r:id="rId14"/>
    <p:sldLayoutId id="2147483683" r:id="rId15"/>
    <p:sldLayoutId id="2147483684" r:id="rId16"/>
    <p:sldLayoutId id="2147483686" r:id="rId17"/>
  </p:sldLayoutIdLst>
  <p:txStyles>
    <p:titleStyle>
      <a:lvl1pPr algn="l" defTabSz="457200" rtl="0" eaLnBrk="1" latinLnBrk="0" hangingPunct="1">
        <a:spcBef>
          <a:spcPct val="0"/>
        </a:spcBef>
        <a:buNone/>
        <a:defRPr sz="4000" b="0" kern="120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accent1"/>
        </a:buClr>
        <a:buSzPct val="80000"/>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SzPct val="80000"/>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SzPct val="80000"/>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SzPct val="80000"/>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SzPct val="80000"/>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popescunmarius@gmail.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mailto:popescunmarius@gmail.com" TargetMode="External"/><Relationship Id="rId2" Type="http://schemas.openxmlformats.org/officeDocument/2006/relationships/hyperlink" Target="mailto:marius.marogel@s.unibuc.ro" TargetMode="Externa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hyperlink" Target="https://ai.google.dev/edge/mediapipe/solutions/vision/image_embedder" TargetMode="External"/><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hyperlink" Target="https://web.stanford.edu/~jurafsky/slp3" TargetMode="External"/><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hyperlink" Target="https://arxiv.org/pdf/2012.02307" TargetMode="External"/><Relationship Id="rId7" Type="http://schemas.openxmlformats.org/officeDocument/2006/relationships/image" Target="../media/image6.svg"/><Relationship Id="rId2" Type="http://schemas.openxmlformats.org/officeDocument/2006/relationships/hyperlink" Target="https://www.stat.cmu.edu/~brian/905-2009/all-papers/hoff-raftery-handcock-2002-jasa.pdf" TargetMode="External"/><Relationship Id="rId1" Type="http://schemas.openxmlformats.org/officeDocument/2006/relationships/slideLayout" Target="../slideLayouts/slideLayout9.xml"/><Relationship Id="rId6" Type="http://schemas.openxmlformats.org/officeDocument/2006/relationships/image" Target="../media/image5.png"/><Relationship Id="rId5" Type="http://schemas.openxmlformats.org/officeDocument/2006/relationships/hyperlink" Target="https://arxiv.org/pdf/2508.16556" TargetMode="External"/><Relationship Id="rId4" Type="http://schemas.openxmlformats.org/officeDocument/2006/relationships/hyperlink" Target="https://arxiv.org/pdf/2408.13606v1"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BBD2A-60FD-4D0C-8344-28D7E6E38BA0}"/>
              </a:ext>
            </a:extLst>
          </p:cNvPr>
          <p:cNvSpPr>
            <a:spLocks noGrp="1"/>
          </p:cNvSpPr>
          <p:nvPr>
            <p:ph type="ctrTitle"/>
          </p:nvPr>
        </p:nvSpPr>
        <p:spPr/>
        <p:txBody>
          <a:bodyPr/>
          <a:lstStyle/>
          <a:p>
            <a:r>
              <a:rPr lang="en-US"/>
              <a:t>Probabilistic Programming</a:t>
            </a:r>
          </a:p>
        </p:txBody>
      </p:sp>
      <p:sp>
        <p:nvSpPr>
          <p:cNvPr id="3" name="Subtitle 2">
            <a:extLst>
              <a:ext uri="{FF2B5EF4-FFF2-40B4-BE49-F238E27FC236}">
                <a16:creationId xmlns:a16="http://schemas.microsoft.com/office/drawing/2014/main" id="{805F24E6-2AE8-4FD8-B92D-FE2CE716A235}"/>
              </a:ext>
            </a:extLst>
          </p:cNvPr>
          <p:cNvSpPr>
            <a:spLocks noGrp="1"/>
          </p:cNvSpPr>
          <p:nvPr>
            <p:ph type="subTitle" idx="1"/>
          </p:nvPr>
        </p:nvSpPr>
        <p:spPr>
          <a:xfrm>
            <a:off x="810001" y="5280846"/>
            <a:ext cx="10572000" cy="1398249"/>
          </a:xfrm>
        </p:spPr>
        <p:txBody>
          <a:bodyPr/>
          <a:lstStyle/>
          <a:p>
            <a:r>
              <a:rPr lang="en-US"/>
              <a:t>Marius Popescu</a:t>
            </a:r>
          </a:p>
          <a:p>
            <a:r>
              <a:rPr lang="en-US" sz="1800">
                <a:hlinkClick r:id="rId3"/>
              </a:rPr>
              <a:t>popescunmarius@gmail.com</a:t>
            </a:r>
            <a:endParaRPr lang="en-US" sz="1800"/>
          </a:p>
          <a:p>
            <a:r>
              <a:rPr lang="en-US"/>
              <a:t>2025 - 2026</a:t>
            </a:r>
          </a:p>
          <a:p>
            <a:endParaRPr lang="en-US"/>
          </a:p>
        </p:txBody>
      </p:sp>
    </p:spTree>
    <p:extLst>
      <p:ext uri="{BB962C8B-B14F-4D97-AF65-F5344CB8AC3E}">
        <p14:creationId xmlns:p14="http://schemas.microsoft.com/office/powerpoint/2010/main" val="20938811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66C39F1-CA15-44C1-9D7C-DD4796E3E437}"/>
              </a:ext>
            </a:extLst>
          </p:cNvPr>
          <p:cNvSpPr>
            <a:spLocks noGrp="1"/>
          </p:cNvSpPr>
          <p:nvPr>
            <p:ph type="title"/>
          </p:nvPr>
        </p:nvSpPr>
        <p:spPr/>
        <p:txBody>
          <a:bodyPr/>
          <a:lstStyle/>
          <a:p>
            <a:r>
              <a:rPr lang="en-US"/>
              <a:t>Project</a:t>
            </a:r>
          </a:p>
        </p:txBody>
      </p:sp>
      <p:sp>
        <p:nvSpPr>
          <p:cNvPr id="6" name="Text Placeholder 5">
            <a:extLst>
              <a:ext uri="{FF2B5EF4-FFF2-40B4-BE49-F238E27FC236}">
                <a16:creationId xmlns:a16="http://schemas.microsoft.com/office/drawing/2014/main" id="{44426900-AD4D-4066-9A8C-CFE846FC15B4}"/>
              </a:ext>
            </a:extLst>
          </p:cNvPr>
          <p:cNvSpPr>
            <a:spLocks noGrp="1"/>
          </p:cNvSpPr>
          <p:nvPr>
            <p:ph type="body" idx="1"/>
          </p:nvPr>
        </p:nvSpPr>
        <p:spPr>
          <a:xfrm>
            <a:off x="507567" y="5281201"/>
            <a:ext cx="11176865" cy="923330"/>
          </a:xfrm>
        </p:spPr>
        <p:txBody>
          <a:bodyPr/>
          <a:lstStyle/>
          <a:p>
            <a:r>
              <a:rPr lang="en-US"/>
              <a:t>Factions in Social Networks</a:t>
            </a:r>
          </a:p>
        </p:txBody>
      </p:sp>
      <p:sp>
        <p:nvSpPr>
          <p:cNvPr id="3" name="TextBox 2">
            <a:extLst>
              <a:ext uri="{FF2B5EF4-FFF2-40B4-BE49-F238E27FC236}">
                <a16:creationId xmlns:a16="http://schemas.microsoft.com/office/drawing/2014/main" id="{A070A027-B74B-BEF6-7186-453AA07047CF}"/>
              </a:ext>
            </a:extLst>
          </p:cNvPr>
          <p:cNvSpPr txBox="1"/>
          <p:nvPr/>
        </p:nvSpPr>
        <p:spPr>
          <a:xfrm>
            <a:off x="3412041" y="3496866"/>
            <a:ext cx="5357336" cy="923330"/>
          </a:xfrm>
          <a:prstGeom prst="rect">
            <a:avLst/>
          </a:prstGeom>
          <a:noFill/>
        </p:spPr>
        <p:txBody>
          <a:bodyPr wrap="square" rtlCol="0">
            <a:spAutoFit/>
          </a:bodyPr>
          <a:lstStyle/>
          <a:p>
            <a:r>
              <a:rPr lang="en-US">
                <a:solidFill>
                  <a:schemeClr val="bg2"/>
                </a:solidFill>
              </a:rPr>
              <a:t>Marius </a:t>
            </a:r>
            <a:r>
              <a:rPr lang="en-US" err="1">
                <a:solidFill>
                  <a:schemeClr val="bg2"/>
                </a:solidFill>
              </a:rPr>
              <a:t>Marogel</a:t>
            </a:r>
            <a:r>
              <a:rPr lang="en-US">
                <a:solidFill>
                  <a:schemeClr val="bg2"/>
                </a:solidFill>
              </a:rPr>
              <a:t> - </a:t>
            </a:r>
            <a:r>
              <a:rPr lang="en-US">
                <a:hlinkClick r:id="rId2"/>
              </a:rPr>
              <a:t>marius.marogel@s.unibuc.ro</a:t>
            </a:r>
            <a:endParaRPr lang="en-US"/>
          </a:p>
          <a:p>
            <a:r>
              <a:rPr lang="en-US">
                <a:solidFill>
                  <a:schemeClr val="bg2"/>
                </a:solidFill>
              </a:rPr>
              <a:t>Marius Popescu - </a:t>
            </a:r>
            <a:r>
              <a:rPr lang="en-US">
                <a:hlinkClick r:id="rId3"/>
              </a:rPr>
              <a:t>popescunmarius@gmail.com</a:t>
            </a:r>
            <a:endParaRPr lang="en-US"/>
          </a:p>
          <a:p>
            <a:endParaRPr lang="en-US"/>
          </a:p>
        </p:txBody>
      </p:sp>
    </p:spTree>
    <p:extLst>
      <p:ext uri="{BB962C8B-B14F-4D97-AF65-F5344CB8AC3E}">
        <p14:creationId xmlns:p14="http://schemas.microsoft.com/office/powerpoint/2010/main" val="33975478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5064A-F4F2-19B6-2A82-244EE3A59B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4ADFD2-B6D4-8E49-5FF0-B9CC0FA4F5CC}"/>
              </a:ext>
            </a:extLst>
          </p:cNvPr>
          <p:cNvSpPr>
            <a:spLocks noGrp="1"/>
          </p:cNvSpPr>
          <p:nvPr>
            <p:ph type="title"/>
          </p:nvPr>
        </p:nvSpPr>
        <p:spPr>
          <a:xfrm>
            <a:off x="960254" y="490117"/>
            <a:ext cx="10571998" cy="970450"/>
          </a:xfrm>
        </p:spPr>
        <p:txBody>
          <a:bodyPr/>
          <a:lstStyle/>
          <a:p>
            <a:r>
              <a:rPr lang="en-US"/>
              <a:t>Dense Vector Representations</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5B7B986A-BB66-5359-6F77-88A8ADEB126D}"/>
                  </a:ext>
                </a:extLst>
              </p:cNvPr>
              <p:cNvSpPr>
                <a:spLocks noGrp="1"/>
              </p:cNvSpPr>
              <p:nvPr>
                <p:ph idx="1"/>
              </p:nvPr>
            </p:nvSpPr>
            <p:spPr>
              <a:xfrm>
                <a:off x="711388" y="2124487"/>
                <a:ext cx="10554574" cy="3636511"/>
              </a:xfrm>
            </p:spPr>
            <p:txBody>
              <a:bodyPr anchor="t"/>
              <a:lstStyle/>
              <a:p>
                <a:pPr marL="0" indent="0">
                  <a:buNone/>
                </a:pPr>
                <a:r>
                  <a:rPr lang="en-US"/>
                  <a:t>In Machine Learning, we learn mappings from discrete objects (annotated or not) to a vector space in </a:t>
                </a:r>
                <a14:m>
                  <m:oMath xmlns:m="http://schemas.openxmlformats.org/officeDocument/2006/math">
                    <m:r>
                      <a:rPr lang="en-US" b="0" i="1" smtClean="0">
                        <a:latin typeface="Cambria Math" panose="02040503050406030204" pitchFamily="18" charset="0"/>
                      </a:rPr>
                      <m:t>𝐷</m:t>
                    </m:r>
                  </m:oMath>
                </a14:m>
                <a:r>
                  <a:rPr lang="en-US"/>
                  <a:t> dimensions. </a:t>
                </a:r>
              </a:p>
              <a:p>
                <a:pPr marL="0" indent="0">
                  <a:buNone/>
                </a:pPr>
                <a:r>
                  <a:rPr lang="en-US"/>
                  <a:t>If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𝑥</m:t>
                        </m:r>
                      </m:e>
                      <m:sub>
                        <m:r>
                          <a:rPr lang="en-US" i="1" dirty="0" smtClean="0">
                            <a:latin typeface="Cambria Math" panose="02040503050406030204" pitchFamily="18" charset="0"/>
                          </a:rPr>
                          <m:t>1</m:t>
                        </m:r>
                      </m:sub>
                    </m:sSub>
                    <m:r>
                      <a:rPr lang="en-US" i="1" dirty="0" smtClean="0">
                        <a:latin typeface="Cambria Math" panose="02040503050406030204" pitchFamily="18" charset="0"/>
                      </a:rPr>
                      <m:t>,</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𝑥</m:t>
                        </m:r>
                      </m:e>
                      <m:sub>
                        <m:r>
                          <a:rPr lang="en-US" i="1" dirty="0" smtClean="0">
                            <a:latin typeface="Cambria Math" panose="02040503050406030204" pitchFamily="18" charset="0"/>
                          </a:rPr>
                          <m:t>2</m:t>
                        </m:r>
                      </m:sub>
                    </m:sSub>
                    <m:r>
                      <a:rPr lang="en-US" i="1" dirty="0" smtClean="0">
                        <a:latin typeface="Cambria Math" panose="02040503050406030204" pitchFamily="18" charset="0"/>
                      </a:rPr>
                      <m:t>∈</m:t>
                    </m:r>
                    <m:sSup>
                      <m:sSupPr>
                        <m:ctrlPr>
                          <a:rPr lang="en-US" i="1" dirty="0" smtClean="0">
                            <a:latin typeface="Cambria Math" panose="02040503050406030204" pitchFamily="18" charset="0"/>
                          </a:rPr>
                        </m:ctrlPr>
                      </m:sSupPr>
                      <m:e>
                        <m:r>
                          <a:rPr lang="en-US" i="1" dirty="0">
                            <a:latin typeface="Cambria Math" panose="02040503050406030204" pitchFamily="18" charset="0"/>
                          </a:rPr>
                          <m:t>𝑅</m:t>
                        </m:r>
                      </m:e>
                      <m:sup>
                        <m:r>
                          <a:rPr lang="en-US" i="1" dirty="0" smtClean="0">
                            <a:latin typeface="Cambria Math" panose="02040503050406030204" pitchFamily="18" charset="0"/>
                          </a:rPr>
                          <m:t>𝐷</m:t>
                        </m:r>
                      </m:sup>
                    </m:sSup>
                  </m:oMath>
                </a14:m>
                <a:r>
                  <a:rPr lang="en-US"/>
                  <a:t>are the representations of two similar objects (images of two orange cats, each sleeping in its own pink bed), then we want these representations to be close in the vector space as well. This ‘closeness’ is called </a:t>
                </a:r>
                <a:r>
                  <a:rPr lang="en-US" i="1"/>
                  <a:t>similarity</a:t>
                </a:r>
                <a:r>
                  <a:rPr lang="en-US"/>
                  <a:t> and is computed using geometric notions, such as the Euclidian distance, the dot product, or the cosine similarity. The vector representation for each object is also called </a:t>
                </a:r>
                <a:r>
                  <a:rPr lang="en-US" b="1"/>
                  <a:t>embedding</a:t>
                </a:r>
                <a:r>
                  <a:rPr lang="en-US"/>
                  <a:t>.</a:t>
                </a:r>
              </a:p>
              <a:p>
                <a:pPr marL="0" indent="0">
                  <a:buNone/>
                </a:pPr>
                <a:r>
                  <a:rPr lang="en-US"/>
                  <a:t>The research field that studies these learned representations is called Representation Learning and it spans across multiple modalities - image, text, audio, video, sensory etc.</a:t>
                </a:r>
              </a:p>
            </p:txBody>
          </p:sp>
        </mc:Choice>
        <mc:Fallback xmlns="">
          <p:sp>
            <p:nvSpPr>
              <p:cNvPr id="4" name="Content Placeholder 3">
                <a:extLst>
                  <a:ext uri="{FF2B5EF4-FFF2-40B4-BE49-F238E27FC236}">
                    <a16:creationId xmlns:a16="http://schemas.microsoft.com/office/drawing/2014/main" id="{5B7B986A-BB66-5359-6F77-88A8ADEB126D}"/>
                  </a:ext>
                </a:extLst>
              </p:cNvPr>
              <p:cNvSpPr>
                <a:spLocks noGrp="1" noRot="1" noChangeAspect="1" noMove="1" noResize="1" noEditPoints="1" noAdjustHandles="1" noChangeArrowheads="1" noChangeShapeType="1" noTextEdit="1"/>
              </p:cNvSpPr>
              <p:nvPr>
                <p:ph idx="1"/>
              </p:nvPr>
            </p:nvSpPr>
            <p:spPr>
              <a:xfrm>
                <a:off x="711388" y="2124487"/>
                <a:ext cx="10554574" cy="3636511"/>
              </a:xfrm>
              <a:blipFill>
                <a:blip r:embed="rId2"/>
                <a:stretch>
                  <a:fillRect l="-520" t="-1007" r="-924"/>
                </a:stretch>
              </a:blipFill>
            </p:spPr>
            <p:txBody>
              <a:bodyPr/>
              <a:lstStyle/>
              <a:p>
                <a:r>
                  <a:rPr lang="en-US">
                    <a:noFill/>
                  </a:rPr>
                  <a:t> </a:t>
                </a:r>
              </a:p>
            </p:txBody>
          </p:sp>
        </mc:Fallback>
      </mc:AlternateContent>
    </p:spTree>
    <p:extLst>
      <p:ext uri="{BB962C8B-B14F-4D97-AF65-F5344CB8AC3E}">
        <p14:creationId xmlns:p14="http://schemas.microsoft.com/office/powerpoint/2010/main" val="8297759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6E3B70-15A6-F0AD-8A36-8F3C3FA661AE}"/>
              </a:ext>
            </a:extLst>
          </p:cNvPr>
          <p:cNvSpPr>
            <a:spLocks noGrp="1"/>
          </p:cNvSpPr>
          <p:nvPr>
            <p:ph type="title"/>
          </p:nvPr>
        </p:nvSpPr>
        <p:spPr/>
        <p:txBody>
          <a:bodyPr/>
          <a:lstStyle/>
          <a:p>
            <a:r>
              <a:rPr lang="en-US"/>
              <a:t>Image Embeddings in CV</a:t>
            </a:r>
          </a:p>
        </p:txBody>
      </p:sp>
      <p:pic>
        <p:nvPicPr>
          <p:cNvPr id="5" name="Content Placeholder 4">
            <a:extLst>
              <a:ext uri="{FF2B5EF4-FFF2-40B4-BE49-F238E27FC236}">
                <a16:creationId xmlns:a16="http://schemas.microsoft.com/office/drawing/2014/main" id="{1BD50BAB-BDA3-98FD-6DA6-987D88AC4A8D}"/>
              </a:ext>
            </a:extLst>
          </p:cNvPr>
          <p:cNvPicPr>
            <a:picLocks noGrp="1" noChangeAspect="1"/>
          </p:cNvPicPr>
          <p:nvPr>
            <p:ph idx="1"/>
          </p:nvPr>
        </p:nvPicPr>
        <p:blipFill>
          <a:blip r:embed="rId2"/>
          <a:stretch>
            <a:fillRect/>
          </a:stretch>
        </p:blipFill>
        <p:spPr>
          <a:xfrm>
            <a:off x="711852" y="2358806"/>
            <a:ext cx="5961323" cy="3341603"/>
          </a:xfrm>
        </p:spPr>
      </p:pic>
      <p:sp>
        <p:nvSpPr>
          <p:cNvPr id="6" name="TextBox 5">
            <a:extLst>
              <a:ext uri="{FF2B5EF4-FFF2-40B4-BE49-F238E27FC236}">
                <a16:creationId xmlns:a16="http://schemas.microsoft.com/office/drawing/2014/main" id="{4CF21C8F-F079-3889-C7C7-A6D637A98F7D}"/>
              </a:ext>
            </a:extLst>
          </p:cNvPr>
          <p:cNvSpPr txBox="1"/>
          <p:nvPr/>
        </p:nvSpPr>
        <p:spPr>
          <a:xfrm>
            <a:off x="6799634" y="2587556"/>
            <a:ext cx="4795736" cy="1200329"/>
          </a:xfrm>
          <a:prstGeom prst="rect">
            <a:avLst/>
          </a:prstGeom>
          <a:noFill/>
        </p:spPr>
        <p:txBody>
          <a:bodyPr wrap="square" rtlCol="0">
            <a:spAutoFit/>
          </a:bodyPr>
          <a:lstStyle/>
          <a:p>
            <a:r>
              <a:rPr lang="en-US"/>
              <a:t>Google’s </a:t>
            </a:r>
            <a:r>
              <a:rPr lang="en-US" err="1"/>
              <a:t>MediaPipe</a:t>
            </a:r>
            <a:r>
              <a:rPr lang="en-US"/>
              <a:t> Image Embedder</a:t>
            </a:r>
          </a:p>
          <a:p>
            <a:r>
              <a:rPr lang="en-US">
                <a:hlinkClick r:id="rId3"/>
              </a:rPr>
              <a:t>https://ai.google.dev/edge/mediapipe/solutions/vision/image_embedder</a:t>
            </a:r>
            <a:endParaRPr lang="en-US"/>
          </a:p>
          <a:p>
            <a:endParaRPr lang="en-US"/>
          </a:p>
        </p:txBody>
      </p:sp>
      <p:sp>
        <p:nvSpPr>
          <p:cNvPr id="7" name="TextBox 6">
            <a:extLst>
              <a:ext uri="{FF2B5EF4-FFF2-40B4-BE49-F238E27FC236}">
                <a16:creationId xmlns:a16="http://schemas.microsoft.com/office/drawing/2014/main" id="{0B8986EE-CA15-DA5D-E011-B8390647C00A}"/>
              </a:ext>
            </a:extLst>
          </p:cNvPr>
          <p:cNvSpPr txBox="1"/>
          <p:nvPr/>
        </p:nvSpPr>
        <p:spPr>
          <a:xfrm>
            <a:off x="6799634" y="4143118"/>
            <a:ext cx="4669277" cy="923330"/>
          </a:xfrm>
          <a:prstGeom prst="rect">
            <a:avLst/>
          </a:prstGeom>
          <a:noFill/>
        </p:spPr>
        <p:txBody>
          <a:bodyPr wrap="square" rtlCol="0">
            <a:spAutoFit/>
          </a:bodyPr>
          <a:lstStyle/>
          <a:p>
            <a:r>
              <a:rPr lang="en-US"/>
              <a:t>Two very similar images like these may share similar magnitudes in certain dimensions.</a:t>
            </a:r>
          </a:p>
        </p:txBody>
      </p:sp>
    </p:spTree>
    <p:extLst>
      <p:ext uri="{BB962C8B-B14F-4D97-AF65-F5344CB8AC3E}">
        <p14:creationId xmlns:p14="http://schemas.microsoft.com/office/powerpoint/2010/main" val="34287948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08D967-0433-05ED-791A-6E7CB402DE10}"/>
              </a:ext>
            </a:extLst>
          </p:cNvPr>
          <p:cNvSpPr>
            <a:spLocks noGrp="1"/>
          </p:cNvSpPr>
          <p:nvPr>
            <p:ph type="title"/>
          </p:nvPr>
        </p:nvSpPr>
        <p:spPr/>
        <p:txBody>
          <a:bodyPr/>
          <a:lstStyle/>
          <a:p>
            <a:r>
              <a:rPr lang="en-US"/>
              <a:t>Text Embeddings in NLP</a:t>
            </a:r>
          </a:p>
        </p:txBody>
      </p:sp>
      <p:pic>
        <p:nvPicPr>
          <p:cNvPr id="5" name="Content Placeholder 4">
            <a:extLst>
              <a:ext uri="{FF2B5EF4-FFF2-40B4-BE49-F238E27FC236}">
                <a16:creationId xmlns:a16="http://schemas.microsoft.com/office/drawing/2014/main" id="{819785EE-2706-0ECF-2AC5-325592A2F5D3}"/>
              </a:ext>
            </a:extLst>
          </p:cNvPr>
          <p:cNvPicPr>
            <a:picLocks noGrp="1" noChangeAspect="1"/>
          </p:cNvPicPr>
          <p:nvPr>
            <p:ph idx="1"/>
          </p:nvPr>
        </p:nvPicPr>
        <p:blipFill>
          <a:blip r:embed="rId2"/>
          <a:stretch>
            <a:fillRect/>
          </a:stretch>
        </p:blipFill>
        <p:spPr>
          <a:xfrm>
            <a:off x="810001" y="1902863"/>
            <a:ext cx="10571998" cy="4507166"/>
          </a:xfrm>
        </p:spPr>
      </p:pic>
      <p:sp>
        <p:nvSpPr>
          <p:cNvPr id="6" name="TextBox 5">
            <a:extLst>
              <a:ext uri="{FF2B5EF4-FFF2-40B4-BE49-F238E27FC236}">
                <a16:creationId xmlns:a16="http://schemas.microsoft.com/office/drawing/2014/main" id="{35B0F499-87A8-BC44-509F-EAF714CBA0A0}"/>
              </a:ext>
            </a:extLst>
          </p:cNvPr>
          <p:cNvSpPr txBox="1"/>
          <p:nvPr/>
        </p:nvSpPr>
        <p:spPr>
          <a:xfrm>
            <a:off x="7169923" y="932413"/>
            <a:ext cx="7655668" cy="923330"/>
          </a:xfrm>
          <a:prstGeom prst="rect">
            <a:avLst/>
          </a:prstGeom>
          <a:noFill/>
        </p:spPr>
        <p:txBody>
          <a:bodyPr wrap="square" rtlCol="0">
            <a:spAutoFit/>
          </a:bodyPr>
          <a:lstStyle/>
          <a:p>
            <a:r>
              <a:rPr lang="en-US">
                <a:solidFill>
                  <a:schemeClr val="bg1"/>
                </a:solidFill>
              </a:rPr>
              <a:t>Daniel </a:t>
            </a:r>
            <a:r>
              <a:rPr lang="en-US" err="1">
                <a:solidFill>
                  <a:schemeClr val="bg1"/>
                </a:solidFill>
              </a:rPr>
              <a:t>Jurafsky</a:t>
            </a:r>
            <a:r>
              <a:rPr lang="en-US">
                <a:solidFill>
                  <a:schemeClr val="bg1"/>
                </a:solidFill>
              </a:rPr>
              <a:t> and James H. Martin, 2025. </a:t>
            </a:r>
            <a:r>
              <a:rPr lang="en-US">
                <a:solidFill>
                  <a:schemeClr val="bg1"/>
                </a:solidFill>
                <a:hlinkClick r:id="rId3"/>
              </a:rPr>
              <a:t>https://web.stanford.edu/~jurafsky/slp3</a:t>
            </a:r>
            <a:r>
              <a:rPr lang="en-US">
                <a:solidFill>
                  <a:schemeClr val="bg1"/>
                </a:solidFill>
              </a:rPr>
              <a:t>.</a:t>
            </a:r>
          </a:p>
          <a:p>
            <a:r>
              <a:rPr lang="en-US">
                <a:solidFill>
                  <a:schemeClr val="bg1"/>
                </a:solidFill>
              </a:rPr>
              <a:t>(Figure 5.9, page 112)</a:t>
            </a:r>
          </a:p>
        </p:txBody>
      </p:sp>
    </p:spTree>
    <p:extLst>
      <p:ext uri="{BB962C8B-B14F-4D97-AF65-F5344CB8AC3E}">
        <p14:creationId xmlns:p14="http://schemas.microsoft.com/office/powerpoint/2010/main" val="22667661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A7948-5FFA-D17C-2EA5-DFEA88931F8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83B2332-E9B3-AA05-F1D6-7B04911202BC}"/>
              </a:ext>
            </a:extLst>
          </p:cNvPr>
          <p:cNvSpPr>
            <a:spLocks noGrp="1"/>
          </p:cNvSpPr>
          <p:nvPr>
            <p:ph type="title"/>
          </p:nvPr>
        </p:nvSpPr>
        <p:spPr/>
        <p:txBody>
          <a:bodyPr/>
          <a:lstStyle/>
          <a:p>
            <a:r>
              <a:rPr lang="en-US"/>
              <a:t>Bayesian Latent-Space Modeling in Social Networks</a:t>
            </a:r>
          </a:p>
        </p:txBody>
      </p:sp>
      <p:sp>
        <p:nvSpPr>
          <p:cNvPr id="3" name="TextBox 2">
            <a:extLst>
              <a:ext uri="{FF2B5EF4-FFF2-40B4-BE49-F238E27FC236}">
                <a16:creationId xmlns:a16="http://schemas.microsoft.com/office/drawing/2014/main" id="{7D6040EA-F4A9-55CB-953C-8B5FD15B9F5A}"/>
              </a:ext>
            </a:extLst>
          </p:cNvPr>
          <p:cNvSpPr txBox="1"/>
          <p:nvPr/>
        </p:nvSpPr>
        <p:spPr>
          <a:xfrm>
            <a:off x="810001" y="2256816"/>
            <a:ext cx="10571998" cy="3416320"/>
          </a:xfrm>
          <a:prstGeom prst="rect">
            <a:avLst/>
          </a:prstGeom>
          <a:noFill/>
        </p:spPr>
        <p:txBody>
          <a:bodyPr wrap="square" rtlCol="0">
            <a:spAutoFit/>
          </a:bodyPr>
          <a:lstStyle/>
          <a:p>
            <a:pPr marL="285750" indent="-285750">
              <a:buFont typeface="Arial" panose="020B0604020202020204" pitchFamily="34" charset="0"/>
              <a:buChar char="•"/>
            </a:pPr>
            <a:r>
              <a:rPr lang="en-US"/>
              <a:t>Your goal for this project is to create and research such a latent space of representations for social networks using a probabilistic framework. </a:t>
            </a:r>
          </a:p>
          <a:p>
            <a:pPr marL="285750" indent="-285750">
              <a:buFont typeface="Arial" panose="020B0604020202020204" pitchFamily="34" charset="0"/>
              <a:buChar char="•"/>
            </a:pPr>
            <a:r>
              <a:rPr lang="en-US"/>
              <a:t>You will then be able to answer the questions for each exercise based on their inferred representation space. Use argumentation, in writing or code, to explain your approach not only for modeling but also for the answers. </a:t>
            </a:r>
          </a:p>
          <a:p>
            <a:pPr marL="285750" indent="-285750">
              <a:buFont typeface="Arial" panose="020B0604020202020204" pitchFamily="34" charset="0"/>
              <a:buChar char="•"/>
            </a:pPr>
            <a:r>
              <a:rPr lang="en-US"/>
              <a:t>The inference is based on the observations we provide you as interactions in the social network.</a:t>
            </a:r>
          </a:p>
          <a:p>
            <a:endParaRPr lang="en-US"/>
          </a:p>
          <a:p>
            <a:r>
              <a:rPr lang="en-US"/>
              <a:t>View this project from a research perspective, with each question allowing you to make sense and explain the latent space models you create. Use plots, figures, or tables that result from your modeling when solving the exercises.</a:t>
            </a:r>
          </a:p>
          <a:p>
            <a:r>
              <a:rPr lang="en-US" i="1">
                <a:solidFill>
                  <a:srgbClr val="FF0000"/>
                </a:solidFill>
              </a:rPr>
              <a:t>!</a:t>
            </a:r>
            <a:r>
              <a:rPr lang="en-US" i="1"/>
              <a:t> Don’t go overboard with the explanations, find the right balance!!!</a:t>
            </a:r>
          </a:p>
        </p:txBody>
      </p:sp>
    </p:spTree>
    <p:extLst>
      <p:ext uri="{BB962C8B-B14F-4D97-AF65-F5344CB8AC3E}">
        <p14:creationId xmlns:p14="http://schemas.microsoft.com/office/powerpoint/2010/main" val="15494640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4FBD4C-0B53-D9DD-CFD6-B4C8032BE07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26F097A-9708-0393-D8C3-7D603CB2E190}"/>
              </a:ext>
            </a:extLst>
          </p:cNvPr>
          <p:cNvSpPr>
            <a:spLocks noGrp="1"/>
          </p:cNvSpPr>
          <p:nvPr>
            <p:ph type="title"/>
          </p:nvPr>
        </p:nvSpPr>
        <p:spPr/>
        <p:txBody>
          <a:bodyPr/>
          <a:lstStyle/>
          <a:p>
            <a:r>
              <a:rPr lang="en-US"/>
              <a:t>Bayesian Latent-Space Modeling in Social Networks</a:t>
            </a:r>
          </a:p>
        </p:txBody>
      </p:sp>
      <p:sp>
        <p:nvSpPr>
          <p:cNvPr id="3" name="TextBox 2">
            <a:extLst>
              <a:ext uri="{FF2B5EF4-FFF2-40B4-BE49-F238E27FC236}">
                <a16:creationId xmlns:a16="http://schemas.microsoft.com/office/drawing/2014/main" id="{F6B6B70B-9439-7DC8-6C07-018399BFABF5}"/>
              </a:ext>
            </a:extLst>
          </p:cNvPr>
          <p:cNvSpPr txBox="1"/>
          <p:nvPr/>
        </p:nvSpPr>
        <p:spPr>
          <a:xfrm>
            <a:off x="810001" y="2256816"/>
            <a:ext cx="10571998" cy="2308324"/>
          </a:xfrm>
          <a:prstGeom prst="rect">
            <a:avLst/>
          </a:prstGeom>
          <a:noFill/>
        </p:spPr>
        <p:txBody>
          <a:bodyPr wrap="square" rtlCol="0">
            <a:spAutoFit/>
          </a:bodyPr>
          <a:lstStyle/>
          <a:p>
            <a:r>
              <a:rPr lang="en-US"/>
              <a:t>For further reading, here are some research papers on modeling a latent space in social networks with an emphasis on Bayesian inference:</a:t>
            </a:r>
          </a:p>
          <a:p>
            <a:endParaRPr lang="en-US"/>
          </a:p>
          <a:p>
            <a:pPr marL="285750" indent="-285750">
              <a:buFont typeface="Arial" panose="020B0604020202020204" pitchFamily="34" charset="0"/>
              <a:buChar char="•"/>
            </a:pPr>
            <a:r>
              <a:rPr lang="en-US" i="1"/>
              <a:t>Latent Space Approaches to Social Network Analysis - Hoff et al., </a:t>
            </a:r>
            <a:r>
              <a:rPr lang="en-US" i="1">
                <a:hlinkClick r:id="rId2"/>
              </a:rPr>
              <a:t>link</a:t>
            </a:r>
            <a:endParaRPr lang="en-US" i="1"/>
          </a:p>
          <a:p>
            <a:pPr marL="285750" indent="-285750">
              <a:buFont typeface="Arial" panose="020B0604020202020204" pitchFamily="34" charset="0"/>
              <a:buChar char="•"/>
            </a:pPr>
            <a:r>
              <a:rPr lang="en-US" i="1"/>
              <a:t>A Review of Latent Space Models for Social Networks - Sosa et al., </a:t>
            </a:r>
            <a:r>
              <a:rPr lang="en-US" i="1">
                <a:hlinkClick r:id="rId3"/>
              </a:rPr>
              <a:t>link</a:t>
            </a:r>
            <a:endParaRPr lang="en-US" i="1"/>
          </a:p>
          <a:p>
            <a:pPr marL="285750" indent="-285750">
              <a:buFont typeface="Arial" panose="020B0604020202020204" pitchFamily="34" charset="0"/>
              <a:buChar char="•"/>
            </a:pPr>
            <a:r>
              <a:rPr lang="en-US" i="1"/>
              <a:t>Influence Networks: Bayesian Modeling and Diffusion -  Sánchez-Gutiérrez et al., </a:t>
            </a:r>
            <a:r>
              <a:rPr lang="en-US" i="1">
                <a:hlinkClick r:id="rId4"/>
              </a:rPr>
              <a:t>link</a:t>
            </a:r>
            <a:endParaRPr lang="en-US" i="1"/>
          </a:p>
          <a:p>
            <a:pPr marL="285750" indent="-285750">
              <a:buFont typeface="Arial" panose="020B0604020202020204" pitchFamily="34" charset="0"/>
              <a:buChar char="•"/>
            </a:pPr>
            <a:r>
              <a:rPr lang="en-US" i="1"/>
              <a:t>Spherical latent space models for social network analysis - Sosa et al., </a:t>
            </a:r>
            <a:r>
              <a:rPr lang="en-US" i="1">
                <a:hlinkClick r:id="rId5"/>
              </a:rPr>
              <a:t>link</a:t>
            </a:r>
            <a:endParaRPr lang="en-US" i="1"/>
          </a:p>
          <a:p>
            <a:pPr marL="285750" indent="-285750">
              <a:buFont typeface="Arial" panose="020B0604020202020204" pitchFamily="34" charset="0"/>
              <a:buChar char="•"/>
            </a:pPr>
            <a:endParaRPr lang="en-US" i="1"/>
          </a:p>
        </p:txBody>
      </p:sp>
      <p:sp>
        <p:nvSpPr>
          <p:cNvPr id="5" name="TextBox 4">
            <a:extLst>
              <a:ext uri="{FF2B5EF4-FFF2-40B4-BE49-F238E27FC236}">
                <a16:creationId xmlns:a16="http://schemas.microsoft.com/office/drawing/2014/main" id="{1A9E0F07-6FDD-1A3F-D504-B0BABF2043B6}"/>
              </a:ext>
            </a:extLst>
          </p:cNvPr>
          <p:cNvSpPr txBox="1"/>
          <p:nvPr/>
        </p:nvSpPr>
        <p:spPr>
          <a:xfrm>
            <a:off x="1935804" y="4565140"/>
            <a:ext cx="9540866" cy="923330"/>
          </a:xfrm>
          <a:prstGeom prst="rect">
            <a:avLst/>
          </a:prstGeom>
          <a:noFill/>
        </p:spPr>
        <p:txBody>
          <a:bodyPr wrap="square" rtlCol="0">
            <a:spAutoFit/>
          </a:bodyPr>
          <a:lstStyle/>
          <a:p>
            <a:r>
              <a:rPr lang="en-US"/>
              <a:t>If you are interested in this topic don’t hesitate to ask more during the lecture or the lab, but remember that we will always stray the conversation away from the project as not to influence your solution. </a:t>
            </a:r>
          </a:p>
        </p:txBody>
      </p:sp>
      <p:pic>
        <p:nvPicPr>
          <p:cNvPr id="7" name="Graphic 6" descr="Teacher with solid fill">
            <a:extLst>
              <a:ext uri="{FF2B5EF4-FFF2-40B4-BE49-F238E27FC236}">
                <a16:creationId xmlns:a16="http://schemas.microsoft.com/office/drawing/2014/main" id="{A7F82951-4514-07B8-A35E-6DB203504F9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15330" y="4565140"/>
            <a:ext cx="914400" cy="914400"/>
          </a:xfrm>
          <a:prstGeom prst="rect">
            <a:avLst/>
          </a:prstGeom>
        </p:spPr>
      </p:pic>
    </p:spTree>
    <p:extLst>
      <p:ext uri="{BB962C8B-B14F-4D97-AF65-F5344CB8AC3E}">
        <p14:creationId xmlns:p14="http://schemas.microsoft.com/office/powerpoint/2010/main" val="10424994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8F82198-B4EE-4C03-BDFD-59D118E6EAFA}"/>
              </a:ext>
            </a:extLst>
          </p:cNvPr>
          <p:cNvSpPr>
            <a:spLocks noGrp="1"/>
          </p:cNvSpPr>
          <p:nvPr>
            <p:ph type="title"/>
          </p:nvPr>
        </p:nvSpPr>
        <p:spPr/>
        <p:txBody>
          <a:bodyPr/>
          <a:lstStyle/>
          <a:p>
            <a:r>
              <a:rPr lang="en-US"/>
              <a:t>Exercise 1 - 2-faction party</a:t>
            </a:r>
          </a:p>
        </p:txBody>
      </p:sp>
      <p:sp>
        <p:nvSpPr>
          <p:cNvPr id="16" name="Oval 15">
            <a:extLst>
              <a:ext uri="{FF2B5EF4-FFF2-40B4-BE49-F238E27FC236}">
                <a16:creationId xmlns:a16="http://schemas.microsoft.com/office/drawing/2014/main" id="{8F704EA3-DB03-F365-2D0A-0AD1F7400D6F}"/>
              </a:ext>
            </a:extLst>
          </p:cNvPr>
          <p:cNvSpPr/>
          <p:nvPr/>
        </p:nvSpPr>
        <p:spPr>
          <a:xfrm>
            <a:off x="1590050" y="2446736"/>
            <a:ext cx="438662" cy="42299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5EF6B45-2A8C-0346-ABF5-34ECB0447998}"/>
              </a:ext>
            </a:extLst>
          </p:cNvPr>
          <p:cNvSpPr/>
          <p:nvPr/>
        </p:nvSpPr>
        <p:spPr>
          <a:xfrm>
            <a:off x="2407205" y="2689599"/>
            <a:ext cx="438662" cy="42299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064F23DB-36A8-DB64-E389-1F6BDCC2FCB7}"/>
              </a:ext>
            </a:extLst>
          </p:cNvPr>
          <p:cNvSpPr/>
          <p:nvPr/>
        </p:nvSpPr>
        <p:spPr>
          <a:xfrm>
            <a:off x="793458" y="3285639"/>
            <a:ext cx="438662" cy="42299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A4CAC896-A2C7-08CF-EB75-4CE719FC3004}"/>
              </a:ext>
            </a:extLst>
          </p:cNvPr>
          <p:cNvSpPr/>
          <p:nvPr/>
        </p:nvSpPr>
        <p:spPr>
          <a:xfrm>
            <a:off x="1445440" y="3755992"/>
            <a:ext cx="438662" cy="42299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19A14D28-0633-F085-3977-6E2EC94E51D2}"/>
              </a:ext>
            </a:extLst>
          </p:cNvPr>
          <p:cNvSpPr/>
          <p:nvPr/>
        </p:nvSpPr>
        <p:spPr>
          <a:xfrm>
            <a:off x="2325268" y="3567414"/>
            <a:ext cx="438662" cy="42299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66E1B8C0-021B-8C63-889A-5D7578DE47F4}"/>
              </a:ext>
            </a:extLst>
          </p:cNvPr>
          <p:cNvSpPr/>
          <p:nvPr/>
        </p:nvSpPr>
        <p:spPr>
          <a:xfrm>
            <a:off x="1074476" y="4305770"/>
            <a:ext cx="438662" cy="42299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209FC0FD-2A51-00E7-1DC8-8F414C360DB2}"/>
              </a:ext>
            </a:extLst>
          </p:cNvPr>
          <p:cNvSpPr/>
          <p:nvPr/>
        </p:nvSpPr>
        <p:spPr>
          <a:xfrm>
            <a:off x="3317199" y="3429000"/>
            <a:ext cx="438662" cy="42299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1AAED955-54C6-A94F-CA4C-F192A20F27ED}"/>
              </a:ext>
            </a:extLst>
          </p:cNvPr>
          <p:cNvSpPr/>
          <p:nvPr/>
        </p:nvSpPr>
        <p:spPr>
          <a:xfrm>
            <a:off x="2407205" y="4507175"/>
            <a:ext cx="438662" cy="42299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A7A1BD89-C5AF-A884-0B2E-4EE092500F01}"/>
              </a:ext>
            </a:extLst>
          </p:cNvPr>
          <p:cNvSpPr/>
          <p:nvPr/>
        </p:nvSpPr>
        <p:spPr>
          <a:xfrm>
            <a:off x="772603" y="2540048"/>
            <a:ext cx="438662" cy="42299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22D03D0A-D269-2350-02A8-5BC4C18942A1}"/>
              </a:ext>
            </a:extLst>
          </p:cNvPr>
          <p:cNvSpPr/>
          <p:nvPr/>
        </p:nvSpPr>
        <p:spPr>
          <a:xfrm>
            <a:off x="4410834" y="4232430"/>
            <a:ext cx="438662" cy="422995"/>
          </a:xfrm>
          <a:prstGeom prst="ellipse">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7CC44F42-C525-17E3-5471-E1BE5EEB99DE}"/>
              </a:ext>
            </a:extLst>
          </p:cNvPr>
          <p:cNvSpPr/>
          <p:nvPr/>
        </p:nvSpPr>
        <p:spPr>
          <a:xfrm>
            <a:off x="6533440" y="4517268"/>
            <a:ext cx="438662" cy="422995"/>
          </a:xfrm>
          <a:prstGeom prst="ellipse">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3CC5B298-5722-7774-D9CB-290D19417CA8}"/>
              </a:ext>
            </a:extLst>
          </p:cNvPr>
          <p:cNvSpPr/>
          <p:nvPr/>
        </p:nvSpPr>
        <p:spPr>
          <a:xfrm>
            <a:off x="5079400" y="2830661"/>
            <a:ext cx="438662" cy="422995"/>
          </a:xfrm>
          <a:prstGeom prst="ellipse">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B54EEEA8-4BBE-94A9-FA90-C14E1414422E}"/>
              </a:ext>
            </a:extLst>
          </p:cNvPr>
          <p:cNvSpPr/>
          <p:nvPr/>
        </p:nvSpPr>
        <p:spPr>
          <a:xfrm>
            <a:off x="5812397" y="3278251"/>
            <a:ext cx="438662" cy="422995"/>
          </a:xfrm>
          <a:prstGeom prst="ellipse">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AEFB3A90-D1FB-B363-7846-DD957D6401A9}"/>
              </a:ext>
            </a:extLst>
          </p:cNvPr>
          <p:cNvSpPr/>
          <p:nvPr/>
        </p:nvSpPr>
        <p:spPr>
          <a:xfrm>
            <a:off x="6035269" y="2630998"/>
            <a:ext cx="438662" cy="422995"/>
          </a:xfrm>
          <a:prstGeom prst="ellipse">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411C2B45-4329-05F4-340C-E7055FF34BF7}"/>
              </a:ext>
            </a:extLst>
          </p:cNvPr>
          <p:cNvSpPr/>
          <p:nvPr/>
        </p:nvSpPr>
        <p:spPr>
          <a:xfrm>
            <a:off x="6019760" y="4000212"/>
            <a:ext cx="438662" cy="422995"/>
          </a:xfrm>
          <a:prstGeom prst="ellipse">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B5E6A60D-D1D6-DCDB-18C3-EC15D15F8E86}"/>
              </a:ext>
            </a:extLst>
          </p:cNvPr>
          <p:cNvSpPr/>
          <p:nvPr/>
        </p:nvSpPr>
        <p:spPr>
          <a:xfrm>
            <a:off x="4361387" y="3400223"/>
            <a:ext cx="438662" cy="422995"/>
          </a:xfrm>
          <a:prstGeom prst="ellipse">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31C98247-91A0-C3F9-2BE8-554EB48699D5}"/>
              </a:ext>
            </a:extLst>
          </p:cNvPr>
          <p:cNvSpPr/>
          <p:nvPr/>
        </p:nvSpPr>
        <p:spPr>
          <a:xfrm>
            <a:off x="6589121" y="3318539"/>
            <a:ext cx="438662" cy="422995"/>
          </a:xfrm>
          <a:prstGeom prst="ellipse">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6D87A829-28AB-3522-2959-000160A259A5}"/>
              </a:ext>
            </a:extLst>
          </p:cNvPr>
          <p:cNvSpPr/>
          <p:nvPr/>
        </p:nvSpPr>
        <p:spPr>
          <a:xfrm>
            <a:off x="5162529" y="4038291"/>
            <a:ext cx="438662" cy="422995"/>
          </a:xfrm>
          <a:prstGeom prst="ellipse">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5" name="Straight Connector 34">
            <a:extLst>
              <a:ext uri="{FF2B5EF4-FFF2-40B4-BE49-F238E27FC236}">
                <a16:creationId xmlns:a16="http://schemas.microsoft.com/office/drawing/2014/main" id="{FA482379-ECCE-B0A0-A93A-3E1B2AE1AC3E}"/>
              </a:ext>
            </a:extLst>
          </p:cNvPr>
          <p:cNvCxnSpPr>
            <a:cxnSpLocks/>
          </p:cNvCxnSpPr>
          <p:nvPr/>
        </p:nvCxnSpPr>
        <p:spPr>
          <a:xfrm flipV="1">
            <a:off x="1235767" y="2689068"/>
            <a:ext cx="315725" cy="57233"/>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15E569DB-6845-BEDC-60E1-375E1052DDCF}"/>
              </a:ext>
            </a:extLst>
          </p:cNvPr>
          <p:cNvCxnSpPr>
            <a:cxnSpLocks/>
            <a:stCxn id="16" idx="6"/>
            <a:endCxn id="17" idx="3"/>
          </p:cNvCxnSpPr>
          <p:nvPr/>
        </p:nvCxnSpPr>
        <p:spPr>
          <a:xfrm>
            <a:off x="2028712" y="2658234"/>
            <a:ext cx="442734" cy="392414"/>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ED37F0B1-4E27-88F7-601D-92B853FB00C5}"/>
              </a:ext>
            </a:extLst>
          </p:cNvPr>
          <p:cNvCxnSpPr>
            <a:cxnSpLocks/>
            <a:stCxn id="17" idx="4"/>
            <a:endCxn id="20" idx="0"/>
          </p:cNvCxnSpPr>
          <p:nvPr/>
        </p:nvCxnSpPr>
        <p:spPr>
          <a:xfrm flipH="1">
            <a:off x="2544599" y="3112594"/>
            <a:ext cx="81937" cy="454820"/>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5B657B9C-2D05-5965-6A97-6FF92BCA32A0}"/>
              </a:ext>
            </a:extLst>
          </p:cNvPr>
          <p:cNvCxnSpPr>
            <a:stCxn id="22" idx="6"/>
            <a:endCxn id="31" idx="2"/>
          </p:cNvCxnSpPr>
          <p:nvPr/>
        </p:nvCxnSpPr>
        <p:spPr>
          <a:xfrm flipV="1">
            <a:off x="3755861" y="3611721"/>
            <a:ext cx="605526" cy="28777"/>
          </a:xfrm>
          <a:prstGeom prst="line">
            <a:avLst/>
          </a:prstGeom>
          <a:ln w="9525"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6" name="Straight Connector 45">
            <a:extLst>
              <a:ext uri="{FF2B5EF4-FFF2-40B4-BE49-F238E27FC236}">
                <a16:creationId xmlns:a16="http://schemas.microsoft.com/office/drawing/2014/main" id="{BDC1A623-A27B-5F06-BD32-F3F17AC483C5}"/>
              </a:ext>
            </a:extLst>
          </p:cNvPr>
          <p:cNvCxnSpPr>
            <a:stCxn id="20" idx="6"/>
            <a:endCxn id="22" idx="2"/>
          </p:cNvCxnSpPr>
          <p:nvPr/>
        </p:nvCxnSpPr>
        <p:spPr>
          <a:xfrm flipV="1">
            <a:off x="2763930" y="3640498"/>
            <a:ext cx="553269" cy="138414"/>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9AEBE26B-D596-4377-7363-1BD7C633AAFD}"/>
              </a:ext>
            </a:extLst>
          </p:cNvPr>
          <p:cNvCxnSpPr>
            <a:stCxn id="18" idx="6"/>
            <a:endCxn id="19" idx="0"/>
          </p:cNvCxnSpPr>
          <p:nvPr/>
        </p:nvCxnSpPr>
        <p:spPr>
          <a:xfrm>
            <a:off x="1232120" y="3497137"/>
            <a:ext cx="432651" cy="258855"/>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B8029977-3CDD-E072-E1E7-B54539A1BCA4}"/>
              </a:ext>
            </a:extLst>
          </p:cNvPr>
          <p:cNvCxnSpPr>
            <a:stCxn id="20" idx="4"/>
            <a:endCxn id="23" idx="0"/>
          </p:cNvCxnSpPr>
          <p:nvPr/>
        </p:nvCxnSpPr>
        <p:spPr>
          <a:xfrm>
            <a:off x="2544599" y="3990409"/>
            <a:ext cx="81937" cy="516766"/>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B260821B-50CF-EF2D-A702-2056E77F8242}"/>
              </a:ext>
            </a:extLst>
          </p:cNvPr>
          <p:cNvCxnSpPr>
            <a:stCxn id="19" idx="6"/>
            <a:endCxn id="20" idx="3"/>
          </p:cNvCxnSpPr>
          <p:nvPr/>
        </p:nvCxnSpPr>
        <p:spPr>
          <a:xfrm flipV="1">
            <a:off x="1884102" y="3928463"/>
            <a:ext cx="505407" cy="39027"/>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5832A987-4E1B-0448-581C-6DA3D4C4CBC4}"/>
              </a:ext>
            </a:extLst>
          </p:cNvPr>
          <p:cNvCxnSpPr>
            <a:stCxn id="21" idx="6"/>
            <a:endCxn id="23" idx="2"/>
          </p:cNvCxnSpPr>
          <p:nvPr/>
        </p:nvCxnSpPr>
        <p:spPr>
          <a:xfrm>
            <a:off x="1513138" y="4517268"/>
            <a:ext cx="894067" cy="201405"/>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C7106704-FE17-9896-A403-90C99CFFD15F}"/>
              </a:ext>
            </a:extLst>
          </p:cNvPr>
          <p:cNvCxnSpPr>
            <a:stCxn id="31" idx="6"/>
            <a:endCxn id="27" idx="3"/>
          </p:cNvCxnSpPr>
          <p:nvPr/>
        </p:nvCxnSpPr>
        <p:spPr>
          <a:xfrm flipV="1">
            <a:off x="4800049" y="3191710"/>
            <a:ext cx="343592" cy="420011"/>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E57BFAD7-2A41-F911-C76F-E7BBE8EDE1C5}"/>
              </a:ext>
            </a:extLst>
          </p:cNvPr>
          <p:cNvCxnSpPr>
            <a:cxnSpLocks/>
            <a:stCxn id="27" idx="6"/>
            <a:endCxn id="29" idx="2"/>
          </p:cNvCxnSpPr>
          <p:nvPr/>
        </p:nvCxnSpPr>
        <p:spPr>
          <a:xfrm flipV="1">
            <a:off x="5518062" y="2842496"/>
            <a:ext cx="517207" cy="199663"/>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7A1105A9-7CA9-2E92-948F-B988B1C0EB8C}"/>
              </a:ext>
            </a:extLst>
          </p:cNvPr>
          <p:cNvCxnSpPr>
            <a:stCxn id="31" idx="4"/>
            <a:endCxn id="25" idx="0"/>
          </p:cNvCxnSpPr>
          <p:nvPr/>
        </p:nvCxnSpPr>
        <p:spPr>
          <a:xfrm>
            <a:off x="4580718" y="3823218"/>
            <a:ext cx="49447" cy="409212"/>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051F2547-A57A-1FF0-DEEE-3280EEE3C348}"/>
              </a:ext>
            </a:extLst>
          </p:cNvPr>
          <p:cNvCxnSpPr>
            <a:stCxn id="31" idx="6"/>
            <a:endCxn id="33" idx="1"/>
          </p:cNvCxnSpPr>
          <p:nvPr/>
        </p:nvCxnSpPr>
        <p:spPr>
          <a:xfrm>
            <a:off x="4800049" y="3611721"/>
            <a:ext cx="426721" cy="488516"/>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B5E2F2B5-3C9C-EA51-4054-BFAB9AC70A5F}"/>
              </a:ext>
            </a:extLst>
          </p:cNvPr>
          <p:cNvCxnSpPr>
            <a:stCxn id="28" idx="3"/>
            <a:endCxn id="33" idx="7"/>
          </p:cNvCxnSpPr>
          <p:nvPr/>
        </p:nvCxnSpPr>
        <p:spPr>
          <a:xfrm flipH="1">
            <a:off x="5536950" y="3639300"/>
            <a:ext cx="339688" cy="460937"/>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9969F1EA-8AB6-1227-FBEE-19FCB8E33323}"/>
              </a:ext>
            </a:extLst>
          </p:cNvPr>
          <p:cNvCxnSpPr>
            <a:stCxn id="27" idx="5"/>
            <a:endCxn id="28" idx="2"/>
          </p:cNvCxnSpPr>
          <p:nvPr/>
        </p:nvCxnSpPr>
        <p:spPr>
          <a:xfrm>
            <a:off x="5453821" y="3191710"/>
            <a:ext cx="358576" cy="298039"/>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632A661B-1277-D4AA-3417-331B1FF32674}"/>
              </a:ext>
            </a:extLst>
          </p:cNvPr>
          <p:cNvCxnSpPr>
            <a:stCxn id="28" idx="6"/>
            <a:endCxn id="32" idx="1"/>
          </p:cNvCxnSpPr>
          <p:nvPr/>
        </p:nvCxnSpPr>
        <p:spPr>
          <a:xfrm flipV="1">
            <a:off x="6251059" y="3380485"/>
            <a:ext cx="402303" cy="109264"/>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5FC79DD1-5675-B7D2-24FE-5EABB24C4C51}"/>
              </a:ext>
            </a:extLst>
          </p:cNvPr>
          <p:cNvCxnSpPr>
            <a:stCxn id="28" idx="5"/>
            <a:endCxn id="30" idx="0"/>
          </p:cNvCxnSpPr>
          <p:nvPr/>
        </p:nvCxnSpPr>
        <p:spPr>
          <a:xfrm>
            <a:off x="6186818" y="3639300"/>
            <a:ext cx="52273" cy="360912"/>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D04DCD03-BA32-798E-0570-995EA9C01DBC}"/>
              </a:ext>
            </a:extLst>
          </p:cNvPr>
          <p:cNvCxnSpPr>
            <a:stCxn id="30" idx="5"/>
            <a:endCxn id="26" idx="1"/>
          </p:cNvCxnSpPr>
          <p:nvPr/>
        </p:nvCxnSpPr>
        <p:spPr>
          <a:xfrm>
            <a:off x="6394181" y="4361261"/>
            <a:ext cx="203500" cy="217953"/>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33443ABE-9CD6-A626-6E03-3D89FE7E69AC}"/>
              </a:ext>
            </a:extLst>
          </p:cNvPr>
          <p:cNvCxnSpPr>
            <a:stCxn id="33" idx="6"/>
            <a:endCxn id="30" idx="2"/>
          </p:cNvCxnSpPr>
          <p:nvPr/>
        </p:nvCxnSpPr>
        <p:spPr>
          <a:xfrm flipV="1">
            <a:off x="5601191" y="4211710"/>
            <a:ext cx="418569" cy="38079"/>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415FAF0C-CF13-8BF1-1E89-6E230A954176}"/>
              </a:ext>
            </a:extLst>
          </p:cNvPr>
          <p:cNvCxnSpPr>
            <a:cxnSpLocks/>
            <a:stCxn id="17" idx="3"/>
            <a:endCxn id="19" idx="0"/>
          </p:cNvCxnSpPr>
          <p:nvPr/>
        </p:nvCxnSpPr>
        <p:spPr>
          <a:xfrm flipH="1">
            <a:off x="1664771" y="3050648"/>
            <a:ext cx="806675" cy="705344"/>
          </a:xfrm>
          <a:prstGeom prst="line">
            <a:avLst/>
          </a:prstGeom>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9B920B40-EAF6-E2E6-ACD0-EAEF0C7AB02D}"/>
              </a:ext>
            </a:extLst>
          </p:cNvPr>
          <p:cNvSpPr txBox="1"/>
          <p:nvPr/>
        </p:nvSpPr>
        <p:spPr>
          <a:xfrm>
            <a:off x="2330847" y="3155862"/>
            <a:ext cx="353202" cy="400110"/>
          </a:xfrm>
          <a:prstGeom prst="rect">
            <a:avLst/>
          </a:prstGeom>
          <a:noFill/>
        </p:spPr>
        <p:txBody>
          <a:bodyPr wrap="square" rtlCol="0">
            <a:spAutoFit/>
          </a:bodyPr>
          <a:lstStyle/>
          <a:p>
            <a:r>
              <a:rPr lang="en-US" sz="2000"/>
              <a:t>5</a:t>
            </a:r>
          </a:p>
        </p:txBody>
      </p:sp>
      <p:sp>
        <p:nvSpPr>
          <p:cNvPr id="84" name="TextBox 83">
            <a:extLst>
              <a:ext uri="{FF2B5EF4-FFF2-40B4-BE49-F238E27FC236}">
                <a16:creationId xmlns:a16="http://schemas.microsoft.com/office/drawing/2014/main" id="{747B5C81-C233-8373-B484-423508684F26}"/>
              </a:ext>
            </a:extLst>
          </p:cNvPr>
          <p:cNvSpPr txBox="1"/>
          <p:nvPr/>
        </p:nvSpPr>
        <p:spPr>
          <a:xfrm>
            <a:off x="2053214" y="2389186"/>
            <a:ext cx="622522" cy="400110"/>
          </a:xfrm>
          <a:prstGeom prst="rect">
            <a:avLst/>
          </a:prstGeom>
          <a:noFill/>
        </p:spPr>
        <p:txBody>
          <a:bodyPr wrap="square" rtlCol="0">
            <a:spAutoFit/>
          </a:bodyPr>
          <a:lstStyle/>
          <a:p>
            <a:r>
              <a:rPr lang="en-US" sz="2000"/>
              <a:t>11</a:t>
            </a:r>
          </a:p>
        </p:txBody>
      </p:sp>
      <p:sp>
        <p:nvSpPr>
          <p:cNvPr id="85" name="TextBox 84">
            <a:extLst>
              <a:ext uri="{FF2B5EF4-FFF2-40B4-BE49-F238E27FC236}">
                <a16:creationId xmlns:a16="http://schemas.microsoft.com/office/drawing/2014/main" id="{36A28AE8-FC5D-74D3-F249-EDC41AF018D9}"/>
              </a:ext>
            </a:extLst>
          </p:cNvPr>
          <p:cNvSpPr txBox="1"/>
          <p:nvPr/>
        </p:nvSpPr>
        <p:spPr>
          <a:xfrm>
            <a:off x="1203834" y="2266819"/>
            <a:ext cx="353202" cy="400110"/>
          </a:xfrm>
          <a:prstGeom prst="rect">
            <a:avLst/>
          </a:prstGeom>
          <a:noFill/>
        </p:spPr>
        <p:txBody>
          <a:bodyPr wrap="square" rtlCol="0">
            <a:spAutoFit/>
          </a:bodyPr>
          <a:lstStyle/>
          <a:p>
            <a:r>
              <a:rPr lang="en-US" sz="2000"/>
              <a:t>9</a:t>
            </a:r>
          </a:p>
        </p:txBody>
      </p:sp>
      <p:sp>
        <p:nvSpPr>
          <p:cNvPr id="86" name="TextBox 85">
            <a:extLst>
              <a:ext uri="{FF2B5EF4-FFF2-40B4-BE49-F238E27FC236}">
                <a16:creationId xmlns:a16="http://schemas.microsoft.com/office/drawing/2014/main" id="{2D2E2B4B-FED5-DC43-D877-709AEA3603EF}"/>
              </a:ext>
            </a:extLst>
          </p:cNvPr>
          <p:cNvSpPr txBox="1"/>
          <p:nvPr/>
        </p:nvSpPr>
        <p:spPr>
          <a:xfrm>
            <a:off x="2748564" y="3297324"/>
            <a:ext cx="632876" cy="400110"/>
          </a:xfrm>
          <a:prstGeom prst="rect">
            <a:avLst/>
          </a:prstGeom>
          <a:noFill/>
        </p:spPr>
        <p:txBody>
          <a:bodyPr wrap="square" rtlCol="0">
            <a:spAutoFit/>
          </a:bodyPr>
          <a:lstStyle/>
          <a:p>
            <a:r>
              <a:rPr lang="en-US" sz="2000"/>
              <a:t>16</a:t>
            </a:r>
            <a:endParaRPr lang="en-US"/>
          </a:p>
        </p:txBody>
      </p:sp>
      <p:sp>
        <p:nvSpPr>
          <p:cNvPr id="87" name="TextBox 86">
            <a:extLst>
              <a:ext uri="{FF2B5EF4-FFF2-40B4-BE49-F238E27FC236}">
                <a16:creationId xmlns:a16="http://schemas.microsoft.com/office/drawing/2014/main" id="{57287B47-FAD2-7556-5108-8C337FE11197}"/>
              </a:ext>
            </a:extLst>
          </p:cNvPr>
          <p:cNvSpPr txBox="1"/>
          <p:nvPr/>
        </p:nvSpPr>
        <p:spPr>
          <a:xfrm>
            <a:off x="4197027" y="3851995"/>
            <a:ext cx="690055" cy="400110"/>
          </a:xfrm>
          <a:prstGeom prst="rect">
            <a:avLst/>
          </a:prstGeom>
          <a:noFill/>
        </p:spPr>
        <p:txBody>
          <a:bodyPr wrap="square" rtlCol="0">
            <a:spAutoFit/>
          </a:bodyPr>
          <a:lstStyle/>
          <a:p>
            <a:r>
              <a:rPr lang="en-US" sz="2000"/>
              <a:t>19</a:t>
            </a:r>
          </a:p>
        </p:txBody>
      </p:sp>
      <p:sp>
        <p:nvSpPr>
          <p:cNvPr id="88" name="TextBox 87">
            <a:extLst>
              <a:ext uri="{FF2B5EF4-FFF2-40B4-BE49-F238E27FC236}">
                <a16:creationId xmlns:a16="http://schemas.microsoft.com/office/drawing/2014/main" id="{07CF3736-0A37-3531-A561-DE1CE367ADFD}"/>
              </a:ext>
            </a:extLst>
          </p:cNvPr>
          <p:cNvSpPr txBox="1"/>
          <p:nvPr/>
        </p:nvSpPr>
        <p:spPr>
          <a:xfrm>
            <a:off x="5082392" y="3600102"/>
            <a:ext cx="353202" cy="400110"/>
          </a:xfrm>
          <a:prstGeom prst="rect">
            <a:avLst/>
          </a:prstGeom>
          <a:noFill/>
        </p:spPr>
        <p:txBody>
          <a:bodyPr wrap="square" rtlCol="0">
            <a:spAutoFit/>
          </a:bodyPr>
          <a:lstStyle/>
          <a:p>
            <a:r>
              <a:rPr lang="en-US" sz="2000"/>
              <a:t>8</a:t>
            </a:r>
          </a:p>
        </p:txBody>
      </p:sp>
      <p:sp>
        <p:nvSpPr>
          <p:cNvPr id="89" name="TextBox 88">
            <a:extLst>
              <a:ext uri="{FF2B5EF4-FFF2-40B4-BE49-F238E27FC236}">
                <a16:creationId xmlns:a16="http://schemas.microsoft.com/office/drawing/2014/main" id="{C4114090-0B5C-8800-27F8-307808D2E002}"/>
              </a:ext>
            </a:extLst>
          </p:cNvPr>
          <p:cNvSpPr txBox="1"/>
          <p:nvPr/>
        </p:nvSpPr>
        <p:spPr>
          <a:xfrm>
            <a:off x="4618839" y="3065043"/>
            <a:ext cx="692842" cy="400110"/>
          </a:xfrm>
          <a:prstGeom prst="rect">
            <a:avLst/>
          </a:prstGeom>
          <a:noFill/>
        </p:spPr>
        <p:txBody>
          <a:bodyPr wrap="square" rtlCol="0">
            <a:spAutoFit/>
          </a:bodyPr>
          <a:lstStyle/>
          <a:p>
            <a:r>
              <a:rPr lang="en-US" sz="2000"/>
              <a:t>12</a:t>
            </a:r>
          </a:p>
        </p:txBody>
      </p:sp>
      <p:sp>
        <p:nvSpPr>
          <p:cNvPr id="90" name="TextBox 89">
            <a:extLst>
              <a:ext uri="{FF2B5EF4-FFF2-40B4-BE49-F238E27FC236}">
                <a16:creationId xmlns:a16="http://schemas.microsoft.com/office/drawing/2014/main" id="{DA75C9BB-D1E1-06EE-6917-ACE5797D3581}"/>
              </a:ext>
            </a:extLst>
          </p:cNvPr>
          <p:cNvSpPr txBox="1"/>
          <p:nvPr/>
        </p:nvSpPr>
        <p:spPr>
          <a:xfrm>
            <a:off x="5603522" y="2567666"/>
            <a:ext cx="353202" cy="400110"/>
          </a:xfrm>
          <a:prstGeom prst="rect">
            <a:avLst/>
          </a:prstGeom>
          <a:noFill/>
        </p:spPr>
        <p:txBody>
          <a:bodyPr wrap="square" rtlCol="0">
            <a:spAutoFit/>
          </a:bodyPr>
          <a:lstStyle/>
          <a:p>
            <a:r>
              <a:rPr lang="en-US" sz="2000"/>
              <a:t>7</a:t>
            </a:r>
          </a:p>
        </p:txBody>
      </p:sp>
      <p:sp>
        <p:nvSpPr>
          <p:cNvPr id="236" name="TextBox 235">
            <a:extLst>
              <a:ext uri="{FF2B5EF4-FFF2-40B4-BE49-F238E27FC236}">
                <a16:creationId xmlns:a16="http://schemas.microsoft.com/office/drawing/2014/main" id="{397E88CC-29C4-2FD0-BEFC-F8865BEDF751}"/>
              </a:ext>
            </a:extLst>
          </p:cNvPr>
          <p:cNvSpPr txBox="1"/>
          <p:nvPr/>
        </p:nvSpPr>
        <p:spPr>
          <a:xfrm>
            <a:off x="7203721" y="2303638"/>
            <a:ext cx="4165157" cy="3416320"/>
          </a:xfrm>
          <a:prstGeom prst="rect">
            <a:avLst/>
          </a:prstGeom>
          <a:noFill/>
        </p:spPr>
        <p:txBody>
          <a:bodyPr wrap="square" rtlCol="0">
            <a:spAutoFit/>
          </a:bodyPr>
          <a:lstStyle/>
          <a:p>
            <a:r>
              <a:rPr lang="en-US"/>
              <a:t>Each node represent a politician from a certain faction (A or B).</a:t>
            </a:r>
          </a:p>
          <a:p>
            <a:endParaRPr lang="en-US"/>
          </a:p>
          <a:p>
            <a:r>
              <a:rPr lang="en-US"/>
              <a:t>Each edge represents the number of private messages recorder in a month between two politicians</a:t>
            </a:r>
          </a:p>
          <a:p>
            <a:endParaRPr lang="en-US"/>
          </a:p>
          <a:p>
            <a:r>
              <a:rPr lang="en-US" b="1"/>
              <a:t>Q1</a:t>
            </a:r>
            <a:r>
              <a:rPr lang="en-US"/>
              <a:t>: Who is the most influential politician from each faction?</a:t>
            </a:r>
          </a:p>
          <a:p>
            <a:r>
              <a:rPr lang="en-US" b="1"/>
              <a:t>Q2</a:t>
            </a:r>
            <a:r>
              <a:rPr lang="en-US"/>
              <a:t>: Who are the two politicians that are best suited for inter-faction negotiations? </a:t>
            </a:r>
          </a:p>
        </p:txBody>
      </p:sp>
      <p:sp>
        <p:nvSpPr>
          <p:cNvPr id="253" name="Rectangle 252">
            <a:extLst>
              <a:ext uri="{FF2B5EF4-FFF2-40B4-BE49-F238E27FC236}">
                <a16:creationId xmlns:a16="http://schemas.microsoft.com/office/drawing/2014/main" id="{246262D3-6EB4-8ABA-8FF3-CB17338B01CE}"/>
              </a:ext>
            </a:extLst>
          </p:cNvPr>
          <p:cNvSpPr/>
          <p:nvPr/>
        </p:nvSpPr>
        <p:spPr>
          <a:xfrm>
            <a:off x="1473690" y="4972240"/>
            <a:ext cx="697627" cy="923330"/>
          </a:xfrm>
          <a:prstGeom prst="rect">
            <a:avLst/>
          </a:prstGeom>
          <a:noFill/>
        </p:spPr>
        <p:txBody>
          <a:bodyPr wrap="none" lIns="91440" tIns="45720" rIns="91440" bIns="45720">
            <a:spAutoFit/>
          </a:bodyPr>
          <a:lstStyle/>
          <a:p>
            <a:pPr algn="ctr"/>
            <a:r>
              <a:rPr lang="en-US" sz="5400" b="0" cap="none" spc="0">
                <a:ln w="0"/>
                <a:solidFill>
                  <a:schemeClr val="accent1"/>
                </a:solidFill>
                <a:effectLst>
                  <a:outerShdw blurRad="38100" dist="25400" dir="5400000" algn="ctr" rotWithShape="0">
                    <a:srgbClr val="6E747A">
                      <a:alpha val="43000"/>
                    </a:srgbClr>
                  </a:outerShdw>
                </a:effectLst>
              </a:rPr>
              <a:t>A</a:t>
            </a:r>
          </a:p>
        </p:txBody>
      </p:sp>
      <p:sp>
        <p:nvSpPr>
          <p:cNvPr id="254" name="Rectangle 253">
            <a:extLst>
              <a:ext uri="{FF2B5EF4-FFF2-40B4-BE49-F238E27FC236}">
                <a16:creationId xmlns:a16="http://schemas.microsoft.com/office/drawing/2014/main" id="{F4CA99FF-9B44-F34E-F71B-DF11FDF696E4}"/>
              </a:ext>
            </a:extLst>
          </p:cNvPr>
          <p:cNvSpPr/>
          <p:nvPr/>
        </p:nvSpPr>
        <p:spPr>
          <a:xfrm>
            <a:off x="5172034" y="4972240"/>
            <a:ext cx="582212" cy="923330"/>
          </a:xfrm>
          <a:prstGeom prst="rect">
            <a:avLst/>
          </a:prstGeom>
          <a:noFill/>
          <a:ln>
            <a:solidFill>
              <a:schemeClr val="bg1"/>
            </a:solidFill>
          </a:ln>
        </p:spPr>
        <p:txBody>
          <a:bodyPr wrap="none" lIns="91440" tIns="45720" rIns="91440" bIns="45720">
            <a:spAutoFit/>
          </a:bodyPr>
          <a:lstStyle/>
          <a:p>
            <a:pPr algn="ctr"/>
            <a:r>
              <a:rPr lang="en-US" sz="5400">
                <a:ln w="0">
                  <a:solidFill>
                    <a:srgbClr val="0070C0"/>
                  </a:solidFill>
                </a:ln>
                <a:solidFill>
                  <a:srgbClr val="0070C0"/>
                </a:solidFill>
                <a:effectLst>
                  <a:outerShdw blurRad="38100" dist="25400" dir="5400000" algn="ctr" rotWithShape="0">
                    <a:srgbClr val="6E747A">
                      <a:alpha val="43000"/>
                    </a:srgbClr>
                  </a:outerShdw>
                </a:effectLst>
              </a:rPr>
              <a:t>B</a:t>
            </a:r>
            <a:endParaRPr lang="en-US" sz="5400" b="0" cap="none" spc="0">
              <a:ln w="0">
                <a:solidFill>
                  <a:srgbClr val="0070C0"/>
                </a:solidFill>
              </a:ln>
              <a:solidFill>
                <a:srgbClr val="0070C0"/>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37977192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133E8-92BF-4B35-8A3A-0B1B0191BC1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1BE48BF-8023-F05F-2B6D-61D5D25B2A06}"/>
              </a:ext>
            </a:extLst>
          </p:cNvPr>
          <p:cNvSpPr>
            <a:spLocks noGrp="1"/>
          </p:cNvSpPr>
          <p:nvPr>
            <p:ph type="title"/>
          </p:nvPr>
        </p:nvSpPr>
        <p:spPr/>
        <p:txBody>
          <a:bodyPr/>
          <a:lstStyle/>
          <a:p>
            <a:r>
              <a:rPr lang="en-US"/>
              <a:t>Exercise 2 - Split in the Roman Triumvirate</a:t>
            </a:r>
          </a:p>
        </p:txBody>
      </p:sp>
      <p:sp>
        <p:nvSpPr>
          <p:cNvPr id="16" name="Oval 15">
            <a:extLst>
              <a:ext uri="{FF2B5EF4-FFF2-40B4-BE49-F238E27FC236}">
                <a16:creationId xmlns:a16="http://schemas.microsoft.com/office/drawing/2014/main" id="{985EBB2D-34F1-D3C7-B37E-513F53048DE6}"/>
              </a:ext>
            </a:extLst>
          </p:cNvPr>
          <p:cNvSpPr/>
          <p:nvPr/>
        </p:nvSpPr>
        <p:spPr>
          <a:xfrm>
            <a:off x="1590050" y="2446736"/>
            <a:ext cx="438662" cy="42299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F550C83A-AF6F-B28B-7FF6-DCC188235887}"/>
              </a:ext>
            </a:extLst>
          </p:cNvPr>
          <p:cNvSpPr/>
          <p:nvPr/>
        </p:nvSpPr>
        <p:spPr>
          <a:xfrm>
            <a:off x="2407205" y="2689599"/>
            <a:ext cx="438662" cy="42299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3341D403-A3AE-9853-6BB5-E384CFAE3D4A}"/>
              </a:ext>
            </a:extLst>
          </p:cNvPr>
          <p:cNvSpPr/>
          <p:nvPr/>
        </p:nvSpPr>
        <p:spPr>
          <a:xfrm>
            <a:off x="793458" y="3285639"/>
            <a:ext cx="438662" cy="42299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AA6CFA0D-4EEF-B3D5-467B-277E7598EDF2}"/>
              </a:ext>
            </a:extLst>
          </p:cNvPr>
          <p:cNvSpPr/>
          <p:nvPr/>
        </p:nvSpPr>
        <p:spPr>
          <a:xfrm>
            <a:off x="1514463" y="3639300"/>
            <a:ext cx="438662" cy="42299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F81D137B-73C0-9BE8-5A62-3E2CD12DF3DD}"/>
              </a:ext>
            </a:extLst>
          </p:cNvPr>
          <p:cNvSpPr/>
          <p:nvPr/>
        </p:nvSpPr>
        <p:spPr>
          <a:xfrm>
            <a:off x="2325268" y="3567414"/>
            <a:ext cx="438662" cy="42299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5EDB77B9-BEE6-07AB-4DDC-93BB3D92C361}"/>
              </a:ext>
            </a:extLst>
          </p:cNvPr>
          <p:cNvSpPr/>
          <p:nvPr/>
        </p:nvSpPr>
        <p:spPr>
          <a:xfrm>
            <a:off x="1074476" y="4305770"/>
            <a:ext cx="438662" cy="42299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78DA6ABF-0E02-F328-D691-B4B8DF4C194D}"/>
              </a:ext>
            </a:extLst>
          </p:cNvPr>
          <p:cNvSpPr/>
          <p:nvPr/>
        </p:nvSpPr>
        <p:spPr>
          <a:xfrm>
            <a:off x="3359319" y="3274439"/>
            <a:ext cx="438662" cy="42299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E7E00A61-48D4-E2F9-A1E0-5E07376DB667}"/>
              </a:ext>
            </a:extLst>
          </p:cNvPr>
          <p:cNvSpPr/>
          <p:nvPr/>
        </p:nvSpPr>
        <p:spPr>
          <a:xfrm>
            <a:off x="2119133" y="4264380"/>
            <a:ext cx="438662" cy="42299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EB069AEF-4907-EE27-AB4D-1B2E16D5F80A}"/>
              </a:ext>
            </a:extLst>
          </p:cNvPr>
          <p:cNvSpPr/>
          <p:nvPr/>
        </p:nvSpPr>
        <p:spPr>
          <a:xfrm>
            <a:off x="772603" y="2540048"/>
            <a:ext cx="438662" cy="42299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F7FE3749-D979-8AE6-6B2F-4E3A304F07F2}"/>
              </a:ext>
            </a:extLst>
          </p:cNvPr>
          <p:cNvSpPr/>
          <p:nvPr/>
        </p:nvSpPr>
        <p:spPr>
          <a:xfrm>
            <a:off x="4685154" y="4232430"/>
            <a:ext cx="438662" cy="422995"/>
          </a:xfrm>
          <a:prstGeom prst="ellipse">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7F18A414-6AC2-AE7F-4598-A95972AF2242}"/>
              </a:ext>
            </a:extLst>
          </p:cNvPr>
          <p:cNvSpPr/>
          <p:nvPr/>
        </p:nvSpPr>
        <p:spPr>
          <a:xfrm>
            <a:off x="6748251" y="4531899"/>
            <a:ext cx="438662" cy="422995"/>
          </a:xfrm>
          <a:prstGeom prst="ellipse">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B8FE962B-8282-7E83-D661-53934E0CB199}"/>
              </a:ext>
            </a:extLst>
          </p:cNvPr>
          <p:cNvSpPr/>
          <p:nvPr/>
        </p:nvSpPr>
        <p:spPr>
          <a:xfrm>
            <a:off x="5353720" y="2830661"/>
            <a:ext cx="438662" cy="422995"/>
          </a:xfrm>
          <a:prstGeom prst="ellipse">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E6325796-CC03-7CC1-BE96-D9A1DF7BFCBE}"/>
              </a:ext>
            </a:extLst>
          </p:cNvPr>
          <p:cNvSpPr/>
          <p:nvPr/>
        </p:nvSpPr>
        <p:spPr>
          <a:xfrm>
            <a:off x="6086717" y="3278251"/>
            <a:ext cx="438662" cy="422995"/>
          </a:xfrm>
          <a:prstGeom prst="ellipse">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799AA336-4D35-A891-0B50-DB4E706E4ABC}"/>
              </a:ext>
            </a:extLst>
          </p:cNvPr>
          <p:cNvSpPr/>
          <p:nvPr/>
        </p:nvSpPr>
        <p:spPr>
          <a:xfrm>
            <a:off x="6309589" y="2630998"/>
            <a:ext cx="438662" cy="422995"/>
          </a:xfrm>
          <a:prstGeom prst="ellipse">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E1B3DDEC-BE22-3894-1010-857BFCC89AB5}"/>
              </a:ext>
            </a:extLst>
          </p:cNvPr>
          <p:cNvSpPr/>
          <p:nvPr/>
        </p:nvSpPr>
        <p:spPr>
          <a:xfrm>
            <a:off x="6294080" y="4000212"/>
            <a:ext cx="438662" cy="422995"/>
          </a:xfrm>
          <a:prstGeom prst="ellipse">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AAE48FF0-1C38-2B32-6F15-81D82C086641}"/>
              </a:ext>
            </a:extLst>
          </p:cNvPr>
          <p:cNvSpPr/>
          <p:nvPr/>
        </p:nvSpPr>
        <p:spPr>
          <a:xfrm>
            <a:off x="4635707" y="3400223"/>
            <a:ext cx="438662" cy="422995"/>
          </a:xfrm>
          <a:prstGeom prst="ellipse">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A6F13C57-7163-5A1B-F381-B13C8CDEFF2B}"/>
              </a:ext>
            </a:extLst>
          </p:cNvPr>
          <p:cNvSpPr/>
          <p:nvPr/>
        </p:nvSpPr>
        <p:spPr>
          <a:xfrm>
            <a:off x="6732742" y="3560892"/>
            <a:ext cx="438662" cy="422995"/>
          </a:xfrm>
          <a:prstGeom prst="ellipse">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26A67318-DF0D-AC52-095E-5D4BCDB953DB}"/>
              </a:ext>
            </a:extLst>
          </p:cNvPr>
          <p:cNvSpPr/>
          <p:nvPr/>
        </p:nvSpPr>
        <p:spPr>
          <a:xfrm>
            <a:off x="5436849" y="4038291"/>
            <a:ext cx="438662" cy="422995"/>
          </a:xfrm>
          <a:prstGeom prst="ellipse">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5" name="Straight Connector 34">
            <a:extLst>
              <a:ext uri="{FF2B5EF4-FFF2-40B4-BE49-F238E27FC236}">
                <a16:creationId xmlns:a16="http://schemas.microsoft.com/office/drawing/2014/main" id="{47B7D0BD-5CE5-8847-89E6-7D5186DD71F0}"/>
              </a:ext>
            </a:extLst>
          </p:cNvPr>
          <p:cNvCxnSpPr>
            <a:cxnSpLocks/>
          </p:cNvCxnSpPr>
          <p:nvPr/>
        </p:nvCxnSpPr>
        <p:spPr>
          <a:xfrm flipV="1">
            <a:off x="1235767" y="2689068"/>
            <a:ext cx="315725" cy="57233"/>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7F50B408-9AB8-FBE1-694D-43DAF89011D4}"/>
              </a:ext>
            </a:extLst>
          </p:cNvPr>
          <p:cNvCxnSpPr>
            <a:cxnSpLocks/>
            <a:stCxn id="16" idx="6"/>
            <a:endCxn id="17" idx="3"/>
          </p:cNvCxnSpPr>
          <p:nvPr/>
        </p:nvCxnSpPr>
        <p:spPr>
          <a:xfrm>
            <a:off x="2028712" y="2658234"/>
            <a:ext cx="442734" cy="392414"/>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405C3ABE-FA99-1731-EF73-12E71342ED99}"/>
              </a:ext>
            </a:extLst>
          </p:cNvPr>
          <p:cNvCxnSpPr>
            <a:cxnSpLocks/>
            <a:stCxn id="17" idx="4"/>
            <a:endCxn id="20" idx="0"/>
          </p:cNvCxnSpPr>
          <p:nvPr/>
        </p:nvCxnSpPr>
        <p:spPr>
          <a:xfrm flipH="1">
            <a:off x="2544599" y="3112594"/>
            <a:ext cx="81937" cy="454820"/>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992990F0-C0B9-FA4F-6928-A495467947D4}"/>
              </a:ext>
            </a:extLst>
          </p:cNvPr>
          <p:cNvCxnSpPr>
            <a:stCxn id="22" idx="6"/>
            <a:endCxn id="31" idx="2"/>
          </p:cNvCxnSpPr>
          <p:nvPr/>
        </p:nvCxnSpPr>
        <p:spPr>
          <a:xfrm>
            <a:off x="3797981" y="3485937"/>
            <a:ext cx="837726" cy="125784"/>
          </a:xfrm>
          <a:prstGeom prst="line">
            <a:avLst/>
          </a:prstGeom>
          <a:ln w="9525"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6" name="Straight Connector 45">
            <a:extLst>
              <a:ext uri="{FF2B5EF4-FFF2-40B4-BE49-F238E27FC236}">
                <a16:creationId xmlns:a16="http://schemas.microsoft.com/office/drawing/2014/main" id="{9021430A-AA5F-93C0-D5F2-26BF32CB8983}"/>
              </a:ext>
            </a:extLst>
          </p:cNvPr>
          <p:cNvCxnSpPr>
            <a:stCxn id="20" idx="6"/>
            <a:endCxn id="22" idx="2"/>
          </p:cNvCxnSpPr>
          <p:nvPr/>
        </p:nvCxnSpPr>
        <p:spPr>
          <a:xfrm flipV="1">
            <a:off x="2763930" y="3485937"/>
            <a:ext cx="595389" cy="292975"/>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84B27C0F-1892-87EF-61D3-782FC645167B}"/>
              </a:ext>
            </a:extLst>
          </p:cNvPr>
          <p:cNvCxnSpPr>
            <a:stCxn id="18" idx="6"/>
            <a:endCxn id="19" idx="0"/>
          </p:cNvCxnSpPr>
          <p:nvPr/>
        </p:nvCxnSpPr>
        <p:spPr>
          <a:xfrm>
            <a:off x="1232120" y="3497137"/>
            <a:ext cx="501674" cy="142163"/>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6B3CE13B-F81E-5EEC-17D3-B4FAF10B6C17}"/>
              </a:ext>
            </a:extLst>
          </p:cNvPr>
          <p:cNvCxnSpPr>
            <a:stCxn id="20" idx="4"/>
            <a:endCxn id="23" idx="0"/>
          </p:cNvCxnSpPr>
          <p:nvPr/>
        </p:nvCxnSpPr>
        <p:spPr>
          <a:xfrm flipH="1">
            <a:off x="2338464" y="3990409"/>
            <a:ext cx="206135" cy="273971"/>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05115335-A041-D0AD-892B-ABF54BB54085}"/>
              </a:ext>
            </a:extLst>
          </p:cNvPr>
          <p:cNvCxnSpPr>
            <a:stCxn id="19" idx="6"/>
            <a:endCxn id="20" idx="3"/>
          </p:cNvCxnSpPr>
          <p:nvPr/>
        </p:nvCxnSpPr>
        <p:spPr>
          <a:xfrm>
            <a:off x="1953125" y="3850798"/>
            <a:ext cx="436384" cy="77665"/>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F5735E3A-7267-2894-A680-915717E8BDB3}"/>
              </a:ext>
            </a:extLst>
          </p:cNvPr>
          <p:cNvCxnSpPr>
            <a:stCxn id="21" idx="6"/>
            <a:endCxn id="23" idx="2"/>
          </p:cNvCxnSpPr>
          <p:nvPr/>
        </p:nvCxnSpPr>
        <p:spPr>
          <a:xfrm flipV="1">
            <a:off x="1513138" y="4475878"/>
            <a:ext cx="605995" cy="41390"/>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40EC1985-C664-C5B8-6133-FB1A79BF7596}"/>
              </a:ext>
            </a:extLst>
          </p:cNvPr>
          <p:cNvCxnSpPr>
            <a:stCxn id="31" idx="6"/>
            <a:endCxn id="27" idx="3"/>
          </p:cNvCxnSpPr>
          <p:nvPr/>
        </p:nvCxnSpPr>
        <p:spPr>
          <a:xfrm flipV="1">
            <a:off x="5074369" y="3191710"/>
            <a:ext cx="343592" cy="420011"/>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91B192D5-41FA-EDFC-088E-27D5D920FCD9}"/>
              </a:ext>
            </a:extLst>
          </p:cNvPr>
          <p:cNvCxnSpPr>
            <a:cxnSpLocks/>
            <a:stCxn id="27" idx="6"/>
            <a:endCxn id="29" idx="2"/>
          </p:cNvCxnSpPr>
          <p:nvPr/>
        </p:nvCxnSpPr>
        <p:spPr>
          <a:xfrm flipV="1">
            <a:off x="5792382" y="2842496"/>
            <a:ext cx="517207" cy="199663"/>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90519EFD-512D-BEAD-319D-6B749131DE15}"/>
              </a:ext>
            </a:extLst>
          </p:cNvPr>
          <p:cNvCxnSpPr>
            <a:stCxn id="31" idx="4"/>
            <a:endCxn id="25" idx="0"/>
          </p:cNvCxnSpPr>
          <p:nvPr/>
        </p:nvCxnSpPr>
        <p:spPr>
          <a:xfrm>
            <a:off x="4855038" y="3823218"/>
            <a:ext cx="49447" cy="409212"/>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D4B9F57B-7C04-DB5A-88DA-F7A9B15C1E2D}"/>
              </a:ext>
            </a:extLst>
          </p:cNvPr>
          <p:cNvCxnSpPr>
            <a:stCxn id="31" idx="6"/>
            <a:endCxn id="33" idx="1"/>
          </p:cNvCxnSpPr>
          <p:nvPr/>
        </p:nvCxnSpPr>
        <p:spPr>
          <a:xfrm>
            <a:off x="5074369" y="3611721"/>
            <a:ext cx="426721" cy="488516"/>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7A7EB31D-8652-C44D-EB1F-7D5393D47E36}"/>
              </a:ext>
            </a:extLst>
          </p:cNvPr>
          <p:cNvCxnSpPr>
            <a:stCxn id="28" idx="3"/>
            <a:endCxn id="33" idx="7"/>
          </p:cNvCxnSpPr>
          <p:nvPr/>
        </p:nvCxnSpPr>
        <p:spPr>
          <a:xfrm flipH="1">
            <a:off x="5811270" y="3639300"/>
            <a:ext cx="339688" cy="460937"/>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DB33C5DB-0FFC-4C7E-28E3-793A10B05154}"/>
              </a:ext>
            </a:extLst>
          </p:cNvPr>
          <p:cNvCxnSpPr>
            <a:stCxn id="27" idx="5"/>
            <a:endCxn id="28" idx="2"/>
          </p:cNvCxnSpPr>
          <p:nvPr/>
        </p:nvCxnSpPr>
        <p:spPr>
          <a:xfrm>
            <a:off x="5728141" y="3191710"/>
            <a:ext cx="358576" cy="298039"/>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B617B252-1C3E-3C5A-2745-A2555F637323}"/>
              </a:ext>
            </a:extLst>
          </p:cNvPr>
          <p:cNvCxnSpPr>
            <a:stCxn id="28" idx="6"/>
            <a:endCxn id="32" idx="1"/>
          </p:cNvCxnSpPr>
          <p:nvPr/>
        </p:nvCxnSpPr>
        <p:spPr>
          <a:xfrm>
            <a:off x="6525379" y="3489749"/>
            <a:ext cx="271604" cy="133089"/>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E50589A2-2747-12E0-9C4D-1A7CF2E7AD02}"/>
              </a:ext>
            </a:extLst>
          </p:cNvPr>
          <p:cNvCxnSpPr>
            <a:stCxn id="28" idx="5"/>
            <a:endCxn id="30" idx="0"/>
          </p:cNvCxnSpPr>
          <p:nvPr/>
        </p:nvCxnSpPr>
        <p:spPr>
          <a:xfrm>
            <a:off x="6461138" y="3639300"/>
            <a:ext cx="52273" cy="360912"/>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F1C1B8F2-6945-5FBA-BDD5-EB4E94F77D5B}"/>
              </a:ext>
            </a:extLst>
          </p:cNvPr>
          <p:cNvCxnSpPr>
            <a:stCxn id="30" idx="5"/>
            <a:endCxn id="26" idx="1"/>
          </p:cNvCxnSpPr>
          <p:nvPr/>
        </p:nvCxnSpPr>
        <p:spPr>
          <a:xfrm>
            <a:off x="6668501" y="4361261"/>
            <a:ext cx="143991" cy="232584"/>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7DF7AC33-1E90-92CB-0CD5-1A8FB0664C12}"/>
              </a:ext>
            </a:extLst>
          </p:cNvPr>
          <p:cNvCxnSpPr>
            <a:stCxn id="33" idx="6"/>
            <a:endCxn id="30" idx="2"/>
          </p:cNvCxnSpPr>
          <p:nvPr/>
        </p:nvCxnSpPr>
        <p:spPr>
          <a:xfrm flipV="1">
            <a:off x="5875511" y="4211710"/>
            <a:ext cx="418569" cy="38079"/>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007425BB-E790-81BD-9D6C-D4B2AD93CBDC}"/>
              </a:ext>
            </a:extLst>
          </p:cNvPr>
          <p:cNvCxnSpPr>
            <a:cxnSpLocks/>
            <a:stCxn id="17" idx="3"/>
            <a:endCxn id="19" idx="0"/>
          </p:cNvCxnSpPr>
          <p:nvPr/>
        </p:nvCxnSpPr>
        <p:spPr>
          <a:xfrm flipH="1">
            <a:off x="1733794" y="3050648"/>
            <a:ext cx="737652" cy="588652"/>
          </a:xfrm>
          <a:prstGeom prst="line">
            <a:avLst/>
          </a:prstGeom>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9CC0AB73-BCD5-4B7E-FCF9-C9A8A86FEF9F}"/>
              </a:ext>
            </a:extLst>
          </p:cNvPr>
          <p:cNvSpPr txBox="1"/>
          <p:nvPr/>
        </p:nvSpPr>
        <p:spPr>
          <a:xfrm>
            <a:off x="2330847" y="3155862"/>
            <a:ext cx="353202" cy="400110"/>
          </a:xfrm>
          <a:prstGeom prst="rect">
            <a:avLst/>
          </a:prstGeom>
          <a:noFill/>
        </p:spPr>
        <p:txBody>
          <a:bodyPr wrap="square" rtlCol="0">
            <a:spAutoFit/>
          </a:bodyPr>
          <a:lstStyle/>
          <a:p>
            <a:r>
              <a:rPr lang="en-US" sz="2000"/>
              <a:t>5</a:t>
            </a:r>
          </a:p>
        </p:txBody>
      </p:sp>
      <p:sp>
        <p:nvSpPr>
          <p:cNvPr id="84" name="TextBox 83">
            <a:extLst>
              <a:ext uri="{FF2B5EF4-FFF2-40B4-BE49-F238E27FC236}">
                <a16:creationId xmlns:a16="http://schemas.microsoft.com/office/drawing/2014/main" id="{A2262902-921E-FE4C-7D82-B74BD6A4CECB}"/>
              </a:ext>
            </a:extLst>
          </p:cNvPr>
          <p:cNvSpPr txBox="1"/>
          <p:nvPr/>
        </p:nvSpPr>
        <p:spPr>
          <a:xfrm>
            <a:off x="2053214" y="2389186"/>
            <a:ext cx="622522" cy="400110"/>
          </a:xfrm>
          <a:prstGeom prst="rect">
            <a:avLst/>
          </a:prstGeom>
          <a:noFill/>
        </p:spPr>
        <p:txBody>
          <a:bodyPr wrap="square" rtlCol="0">
            <a:spAutoFit/>
          </a:bodyPr>
          <a:lstStyle/>
          <a:p>
            <a:r>
              <a:rPr lang="en-US" sz="2000"/>
              <a:t>11</a:t>
            </a:r>
          </a:p>
        </p:txBody>
      </p:sp>
      <p:sp>
        <p:nvSpPr>
          <p:cNvPr id="85" name="TextBox 84">
            <a:extLst>
              <a:ext uri="{FF2B5EF4-FFF2-40B4-BE49-F238E27FC236}">
                <a16:creationId xmlns:a16="http://schemas.microsoft.com/office/drawing/2014/main" id="{FEECDD9D-4185-193C-9D5B-00FA1929AECC}"/>
              </a:ext>
            </a:extLst>
          </p:cNvPr>
          <p:cNvSpPr txBox="1"/>
          <p:nvPr/>
        </p:nvSpPr>
        <p:spPr>
          <a:xfrm>
            <a:off x="1203834" y="2266819"/>
            <a:ext cx="353202" cy="400110"/>
          </a:xfrm>
          <a:prstGeom prst="rect">
            <a:avLst/>
          </a:prstGeom>
          <a:noFill/>
        </p:spPr>
        <p:txBody>
          <a:bodyPr wrap="square" rtlCol="0">
            <a:spAutoFit/>
          </a:bodyPr>
          <a:lstStyle/>
          <a:p>
            <a:r>
              <a:rPr lang="en-US" sz="2000"/>
              <a:t>9</a:t>
            </a:r>
          </a:p>
        </p:txBody>
      </p:sp>
      <p:sp>
        <p:nvSpPr>
          <p:cNvPr id="86" name="TextBox 85">
            <a:extLst>
              <a:ext uri="{FF2B5EF4-FFF2-40B4-BE49-F238E27FC236}">
                <a16:creationId xmlns:a16="http://schemas.microsoft.com/office/drawing/2014/main" id="{51B99B80-25BC-30EA-83CC-CAB18E9E1809}"/>
              </a:ext>
            </a:extLst>
          </p:cNvPr>
          <p:cNvSpPr txBox="1"/>
          <p:nvPr/>
        </p:nvSpPr>
        <p:spPr>
          <a:xfrm>
            <a:off x="2748564" y="3297324"/>
            <a:ext cx="632876" cy="400110"/>
          </a:xfrm>
          <a:prstGeom prst="rect">
            <a:avLst/>
          </a:prstGeom>
          <a:noFill/>
        </p:spPr>
        <p:txBody>
          <a:bodyPr wrap="square" rtlCol="0">
            <a:spAutoFit/>
          </a:bodyPr>
          <a:lstStyle/>
          <a:p>
            <a:r>
              <a:rPr lang="en-US" sz="2000"/>
              <a:t>16</a:t>
            </a:r>
            <a:endParaRPr lang="en-US"/>
          </a:p>
        </p:txBody>
      </p:sp>
      <p:sp>
        <p:nvSpPr>
          <p:cNvPr id="87" name="TextBox 86">
            <a:extLst>
              <a:ext uri="{FF2B5EF4-FFF2-40B4-BE49-F238E27FC236}">
                <a16:creationId xmlns:a16="http://schemas.microsoft.com/office/drawing/2014/main" id="{A1BDB398-1F37-70D5-C404-DBCC952DBD87}"/>
              </a:ext>
            </a:extLst>
          </p:cNvPr>
          <p:cNvSpPr txBox="1"/>
          <p:nvPr/>
        </p:nvSpPr>
        <p:spPr>
          <a:xfrm>
            <a:off x="4471347" y="3851995"/>
            <a:ext cx="690055" cy="400110"/>
          </a:xfrm>
          <a:prstGeom prst="rect">
            <a:avLst/>
          </a:prstGeom>
          <a:noFill/>
        </p:spPr>
        <p:txBody>
          <a:bodyPr wrap="square" rtlCol="0">
            <a:spAutoFit/>
          </a:bodyPr>
          <a:lstStyle/>
          <a:p>
            <a:r>
              <a:rPr lang="en-US" sz="2000"/>
              <a:t>19</a:t>
            </a:r>
          </a:p>
        </p:txBody>
      </p:sp>
      <p:sp>
        <p:nvSpPr>
          <p:cNvPr id="88" name="TextBox 87">
            <a:extLst>
              <a:ext uri="{FF2B5EF4-FFF2-40B4-BE49-F238E27FC236}">
                <a16:creationId xmlns:a16="http://schemas.microsoft.com/office/drawing/2014/main" id="{A8C999A6-05BA-0AA7-5EC9-4923CC1D9C17}"/>
              </a:ext>
            </a:extLst>
          </p:cNvPr>
          <p:cNvSpPr txBox="1"/>
          <p:nvPr/>
        </p:nvSpPr>
        <p:spPr>
          <a:xfrm>
            <a:off x="5356712" y="3600102"/>
            <a:ext cx="353202" cy="400110"/>
          </a:xfrm>
          <a:prstGeom prst="rect">
            <a:avLst/>
          </a:prstGeom>
          <a:noFill/>
        </p:spPr>
        <p:txBody>
          <a:bodyPr wrap="square" rtlCol="0">
            <a:spAutoFit/>
          </a:bodyPr>
          <a:lstStyle/>
          <a:p>
            <a:r>
              <a:rPr lang="en-US" sz="2000"/>
              <a:t>8</a:t>
            </a:r>
          </a:p>
        </p:txBody>
      </p:sp>
      <p:sp>
        <p:nvSpPr>
          <p:cNvPr id="89" name="TextBox 88">
            <a:extLst>
              <a:ext uri="{FF2B5EF4-FFF2-40B4-BE49-F238E27FC236}">
                <a16:creationId xmlns:a16="http://schemas.microsoft.com/office/drawing/2014/main" id="{CDE8DBC0-D282-C2D9-81F7-8D7E683E26C1}"/>
              </a:ext>
            </a:extLst>
          </p:cNvPr>
          <p:cNvSpPr txBox="1"/>
          <p:nvPr/>
        </p:nvSpPr>
        <p:spPr>
          <a:xfrm>
            <a:off x="4893159" y="3065043"/>
            <a:ext cx="692842" cy="400110"/>
          </a:xfrm>
          <a:prstGeom prst="rect">
            <a:avLst/>
          </a:prstGeom>
          <a:noFill/>
        </p:spPr>
        <p:txBody>
          <a:bodyPr wrap="square" rtlCol="0">
            <a:spAutoFit/>
          </a:bodyPr>
          <a:lstStyle/>
          <a:p>
            <a:r>
              <a:rPr lang="en-US" sz="2000"/>
              <a:t>12</a:t>
            </a:r>
          </a:p>
        </p:txBody>
      </p:sp>
      <p:sp>
        <p:nvSpPr>
          <p:cNvPr id="90" name="TextBox 89">
            <a:extLst>
              <a:ext uri="{FF2B5EF4-FFF2-40B4-BE49-F238E27FC236}">
                <a16:creationId xmlns:a16="http://schemas.microsoft.com/office/drawing/2014/main" id="{19724CBC-135F-9814-CAC1-29548E208A77}"/>
              </a:ext>
            </a:extLst>
          </p:cNvPr>
          <p:cNvSpPr txBox="1"/>
          <p:nvPr/>
        </p:nvSpPr>
        <p:spPr>
          <a:xfrm>
            <a:off x="5877842" y="2567666"/>
            <a:ext cx="353202" cy="400110"/>
          </a:xfrm>
          <a:prstGeom prst="rect">
            <a:avLst/>
          </a:prstGeom>
          <a:noFill/>
        </p:spPr>
        <p:txBody>
          <a:bodyPr wrap="square" rtlCol="0">
            <a:spAutoFit/>
          </a:bodyPr>
          <a:lstStyle/>
          <a:p>
            <a:r>
              <a:rPr lang="en-US" sz="2000"/>
              <a:t>7</a:t>
            </a:r>
          </a:p>
        </p:txBody>
      </p:sp>
      <p:sp>
        <p:nvSpPr>
          <p:cNvPr id="2" name="Oval 1">
            <a:extLst>
              <a:ext uri="{FF2B5EF4-FFF2-40B4-BE49-F238E27FC236}">
                <a16:creationId xmlns:a16="http://schemas.microsoft.com/office/drawing/2014/main" id="{590D8BCA-1C1D-C56A-D504-4AE75CCE748C}"/>
              </a:ext>
            </a:extLst>
          </p:cNvPr>
          <p:cNvSpPr/>
          <p:nvPr/>
        </p:nvSpPr>
        <p:spPr>
          <a:xfrm>
            <a:off x="2859880" y="4397544"/>
            <a:ext cx="438662" cy="42299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621EB620-A6B0-F57C-BCA6-C474941C70AA}"/>
              </a:ext>
            </a:extLst>
          </p:cNvPr>
          <p:cNvSpPr/>
          <p:nvPr/>
        </p:nvSpPr>
        <p:spPr>
          <a:xfrm>
            <a:off x="3600029" y="3988316"/>
            <a:ext cx="438662" cy="42299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D1D20E8B-CC83-D776-FFE2-66FEF0579D39}"/>
              </a:ext>
            </a:extLst>
          </p:cNvPr>
          <p:cNvSpPr/>
          <p:nvPr/>
        </p:nvSpPr>
        <p:spPr>
          <a:xfrm>
            <a:off x="3952047" y="5313213"/>
            <a:ext cx="438662" cy="42299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0987F953-247A-C829-8180-FBB08A3A301F}"/>
              </a:ext>
            </a:extLst>
          </p:cNvPr>
          <p:cNvSpPr/>
          <p:nvPr/>
        </p:nvSpPr>
        <p:spPr>
          <a:xfrm>
            <a:off x="2530016" y="5790869"/>
            <a:ext cx="438662" cy="42299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51683ED6-505F-0E5F-66E6-5D798843DAC3}"/>
              </a:ext>
            </a:extLst>
          </p:cNvPr>
          <p:cNvSpPr/>
          <p:nvPr/>
        </p:nvSpPr>
        <p:spPr>
          <a:xfrm>
            <a:off x="3667860" y="5914809"/>
            <a:ext cx="438662" cy="42299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7F2418A2-11A9-53AD-33E5-3714207E1CFC}"/>
              </a:ext>
            </a:extLst>
          </p:cNvPr>
          <p:cNvSpPr/>
          <p:nvPr/>
        </p:nvSpPr>
        <p:spPr>
          <a:xfrm>
            <a:off x="3887191" y="4698245"/>
            <a:ext cx="438662" cy="42299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1B9C21B4-CEB5-3A46-8BE4-4A733F115A93}"/>
              </a:ext>
            </a:extLst>
          </p:cNvPr>
          <p:cNvSpPr/>
          <p:nvPr/>
        </p:nvSpPr>
        <p:spPr>
          <a:xfrm>
            <a:off x="3295763" y="5154125"/>
            <a:ext cx="438662" cy="42299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738C8072-A95B-3EEE-C80B-C011F967098F}"/>
              </a:ext>
            </a:extLst>
          </p:cNvPr>
          <p:cNvSpPr/>
          <p:nvPr/>
        </p:nvSpPr>
        <p:spPr>
          <a:xfrm>
            <a:off x="2433035" y="5024105"/>
            <a:ext cx="438662" cy="42299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cxnSp>
        <p:nvCxnSpPr>
          <p:cNvPr id="15" name="Straight Connector 14">
            <a:extLst>
              <a:ext uri="{FF2B5EF4-FFF2-40B4-BE49-F238E27FC236}">
                <a16:creationId xmlns:a16="http://schemas.microsoft.com/office/drawing/2014/main" id="{F7FFC615-DE10-4921-34C3-166912A108F4}"/>
              </a:ext>
            </a:extLst>
          </p:cNvPr>
          <p:cNvCxnSpPr>
            <a:cxnSpLocks/>
            <a:stCxn id="2" idx="7"/>
            <a:endCxn id="3" idx="2"/>
          </p:cNvCxnSpPr>
          <p:nvPr/>
        </p:nvCxnSpPr>
        <p:spPr>
          <a:xfrm flipV="1">
            <a:off x="3234301" y="4199814"/>
            <a:ext cx="365728" cy="259676"/>
          </a:xfrm>
          <a:prstGeom prst="line">
            <a:avLst/>
          </a:prstGeom>
        </p:spPr>
        <p:style>
          <a:lnRef idx="1">
            <a:schemeClr val="accent2"/>
          </a:lnRef>
          <a:fillRef idx="0">
            <a:schemeClr val="accent2"/>
          </a:fillRef>
          <a:effectRef idx="0">
            <a:schemeClr val="accent2"/>
          </a:effectRef>
          <a:fontRef idx="minor">
            <a:schemeClr val="tx1"/>
          </a:fontRef>
        </p:style>
      </p:cxnSp>
      <p:cxnSp>
        <p:nvCxnSpPr>
          <p:cNvPr id="37" name="Straight Connector 36">
            <a:extLst>
              <a:ext uri="{FF2B5EF4-FFF2-40B4-BE49-F238E27FC236}">
                <a16:creationId xmlns:a16="http://schemas.microsoft.com/office/drawing/2014/main" id="{F6FFD1B4-E001-8D98-C462-6B211821CEE5}"/>
              </a:ext>
            </a:extLst>
          </p:cNvPr>
          <p:cNvCxnSpPr>
            <a:cxnSpLocks/>
            <a:stCxn id="3" idx="4"/>
            <a:endCxn id="8" idx="0"/>
          </p:cNvCxnSpPr>
          <p:nvPr/>
        </p:nvCxnSpPr>
        <p:spPr>
          <a:xfrm>
            <a:off x="3819360" y="4411311"/>
            <a:ext cx="287162" cy="286934"/>
          </a:xfrm>
          <a:prstGeom prst="line">
            <a:avLst/>
          </a:prstGeom>
        </p:spPr>
        <p:style>
          <a:lnRef idx="1">
            <a:schemeClr val="accent2"/>
          </a:lnRef>
          <a:fillRef idx="0">
            <a:schemeClr val="accent2"/>
          </a:fillRef>
          <a:effectRef idx="0">
            <a:schemeClr val="accent2"/>
          </a:effectRef>
          <a:fontRef idx="minor">
            <a:schemeClr val="tx1"/>
          </a:fontRef>
        </p:style>
      </p:cxnSp>
      <p:cxnSp>
        <p:nvCxnSpPr>
          <p:cNvPr id="41" name="Straight Connector 40">
            <a:extLst>
              <a:ext uri="{FF2B5EF4-FFF2-40B4-BE49-F238E27FC236}">
                <a16:creationId xmlns:a16="http://schemas.microsoft.com/office/drawing/2014/main" id="{DE037C74-BE4C-8877-4C0E-2F6CFB0CFD1A}"/>
              </a:ext>
            </a:extLst>
          </p:cNvPr>
          <p:cNvCxnSpPr>
            <a:stCxn id="10" idx="0"/>
            <a:endCxn id="2" idx="3"/>
          </p:cNvCxnSpPr>
          <p:nvPr/>
        </p:nvCxnSpPr>
        <p:spPr>
          <a:xfrm flipV="1">
            <a:off x="2652366" y="4758593"/>
            <a:ext cx="271755" cy="265512"/>
          </a:xfrm>
          <a:prstGeom prst="line">
            <a:avLst/>
          </a:prstGeom>
        </p:spPr>
        <p:style>
          <a:lnRef idx="1">
            <a:schemeClr val="accent2"/>
          </a:lnRef>
          <a:fillRef idx="0">
            <a:schemeClr val="accent2"/>
          </a:fillRef>
          <a:effectRef idx="0">
            <a:schemeClr val="accent2"/>
          </a:effectRef>
          <a:fontRef idx="minor">
            <a:schemeClr val="tx1"/>
          </a:fontRef>
        </p:style>
      </p:cxnSp>
      <p:cxnSp>
        <p:nvCxnSpPr>
          <p:cNvPr id="45" name="Straight Connector 44">
            <a:extLst>
              <a:ext uri="{FF2B5EF4-FFF2-40B4-BE49-F238E27FC236}">
                <a16:creationId xmlns:a16="http://schemas.microsoft.com/office/drawing/2014/main" id="{B8BBD035-73CD-1F37-45ED-0C5163B4FD0C}"/>
              </a:ext>
            </a:extLst>
          </p:cNvPr>
          <p:cNvCxnSpPr>
            <a:stCxn id="6" idx="0"/>
            <a:endCxn id="10" idx="4"/>
          </p:cNvCxnSpPr>
          <p:nvPr/>
        </p:nvCxnSpPr>
        <p:spPr>
          <a:xfrm flipH="1" flipV="1">
            <a:off x="2652366" y="5447100"/>
            <a:ext cx="96981" cy="343769"/>
          </a:xfrm>
          <a:prstGeom prst="line">
            <a:avLst/>
          </a:prstGeom>
        </p:spPr>
        <p:style>
          <a:lnRef idx="1">
            <a:schemeClr val="accent2"/>
          </a:lnRef>
          <a:fillRef idx="0">
            <a:schemeClr val="accent2"/>
          </a:fillRef>
          <a:effectRef idx="0">
            <a:schemeClr val="accent2"/>
          </a:effectRef>
          <a:fontRef idx="minor">
            <a:schemeClr val="tx1"/>
          </a:fontRef>
        </p:style>
      </p:cxnSp>
      <p:cxnSp>
        <p:nvCxnSpPr>
          <p:cNvPr id="52" name="Straight Connector 51">
            <a:extLst>
              <a:ext uri="{FF2B5EF4-FFF2-40B4-BE49-F238E27FC236}">
                <a16:creationId xmlns:a16="http://schemas.microsoft.com/office/drawing/2014/main" id="{7559FD26-C384-C2A1-D48C-73115D7F2A80}"/>
              </a:ext>
            </a:extLst>
          </p:cNvPr>
          <p:cNvCxnSpPr>
            <a:cxnSpLocks/>
            <a:stCxn id="3" idx="4"/>
            <a:endCxn id="9" idx="0"/>
          </p:cNvCxnSpPr>
          <p:nvPr/>
        </p:nvCxnSpPr>
        <p:spPr>
          <a:xfrm flipH="1">
            <a:off x="3515094" y="4411311"/>
            <a:ext cx="304266" cy="742814"/>
          </a:xfrm>
          <a:prstGeom prst="line">
            <a:avLst/>
          </a:prstGeom>
        </p:spPr>
        <p:style>
          <a:lnRef idx="1">
            <a:schemeClr val="accent2"/>
          </a:lnRef>
          <a:fillRef idx="0">
            <a:schemeClr val="accent2"/>
          </a:fillRef>
          <a:effectRef idx="0">
            <a:schemeClr val="accent2"/>
          </a:effectRef>
          <a:fontRef idx="minor">
            <a:schemeClr val="tx1"/>
          </a:fontRef>
        </p:style>
      </p:cxnSp>
      <p:cxnSp>
        <p:nvCxnSpPr>
          <p:cNvPr id="54" name="Straight Connector 53">
            <a:extLst>
              <a:ext uri="{FF2B5EF4-FFF2-40B4-BE49-F238E27FC236}">
                <a16:creationId xmlns:a16="http://schemas.microsoft.com/office/drawing/2014/main" id="{7450C6E8-0A4D-8417-2BEF-04C631C502F6}"/>
              </a:ext>
            </a:extLst>
          </p:cNvPr>
          <p:cNvCxnSpPr>
            <a:cxnSpLocks/>
            <a:stCxn id="2" idx="5"/>
            <a:endCxn id="9" idx="0"/>
          </p:cNvCxnSpPr>
          <p:nvPr/>
        </p:nvCxnSpPr>
        <p:spPr>
          <a:xfrm>
            <a:off x="3234301" y="4758593"/>
            <a:ext cx="280793" cy="395532"/>
          </a:xfrm>
          <a:prstGeom prst="line">
            <a:avLst/>
          </a:prstGeom>
        </p:spPr>
        <p:style>
          <a:lnRef idx="1">
            <a:schemeClr val="accent2"/>
          </a:lnRef>
          <a:fillRef idx="0">
            <a:schemeClr val="accent2"/>
          </a:fillRef>
          <a:effectRef idx="0">
            <a:schemeClr val="accent2"/>
          </a:effectRef>
          <a:fontRef idx="minor">
            <a:schemeClr val="tx1"/>
          </a:fontRef>
        </p:style>
      </p:cxnSp>
      <p:cxnSp>
        <p:nvCxnSpPr>
          <p:cNvPr id="58" name="Straight Connector 57">
            <a:extLst>
              <a:ext uri="{FF2B5EF4-FFF2-40B4-BE49-F238E27FC236}">
                <a16:creationId xmlns:a16="http://schemas.microsoft.com/office/drawing/2014/main" id="{8F3D20ED-CD53-1F83-0BC9-E8016BBAE3BA}"/>
              </a:ext>
            </a:extLst>
          </p:cNvPr>
          <p:cNvCxnSpPr>
            <a:stCxn id="8" idx="4"/>
            <a:endCxn id="5" idx="0"/>
          </p:cNvCxnSpPr>
          <p:nvPr/>
        </p:nvCxnSpPr>
        <p:spPr>
          <a:xfrm>
            <a:off x="4106522" y="5121240"/>
            <a:ext cx="64856" cy="191973"/>
          </a:xfrm>
          <a:prstGeom prst="line">
            <a:avLst/>
          </a:prstGeom>
        </p:spPr>
        <p:style>
          <a:lnRef idx="1">
            <a:schemeClr val="accent2"/>
          </a:lnRef>
          <a:fillRef idx="0">
            <a:schemeClr val="accent2"/>
          </a:fillRef>
          <a:effectRef idx="0">
            <a:schemeClr val="accent2"/>
          </a:effectRef>
          <a:fontRef idx="minor">
            <a:schemeClr val="tx1"/>
          </a:fontRef>
        </p:style>
      </p:cxnSp>
      <p:cxnSp>
        <p:nvCxnSpPr>
          <p:cNvPr id="60" name="Straight Connector 59">
            <a:extLst>
              <a:ext uri="{FF2B5EF4-FFF2-40B4-BE49-F238E27FC236}">
                <a16:creationId xmlns:a16="http://schemas.microsoft.com/office/drawing/2014/main" id="{0E8E1AF3-53E9-7D31-2FA3-4EA883A74CD9}"/>
              </a:ext>
            </a:extLst>
          </p:cNvPr>
          <p:cNvCxnSpPr>
            <a:cxnSpLocks/>
            <a:stCxn id="5" idx="4"/>
            <a:endCxn id="7" idx="7"/>
          </p:cNvCxnSpPr>
          <p:nvPr/>
        </p:nvCxnSpPr>
        <p:spPr>
          <a:xfrm flipH="1">
            <a:off x="4042281" y="5736208"/>
            <a:ext cx="129097" cy="240547"/>
          </a:xfrm>
          <a:prstGeom prst="line">
            <a:avLst/>
          </a:prstGeom>
        </p:spPr>
        <p:style>
          <a:lnRef idx="1">
            <a:schemeClr val="accent2"/>
          </a:lnRef>
          <a:fillRef idx="0">
            <a:schemeClr val="accent2"/>
          </a:fillRef>
          <a:effectRef idx="0">
            <a:schemeClr val="accent2"/>
          </a:effectRef>
          <a:fontRef idx="minor">
            <a:schemeClr val="tx1"/>
          </a:fontRef>
        </p:style>
      </p:cxnSp>
      <p:cxnSp>
        <p:nvCxnSpPr>
          <p:cNvPr id="66" name="Straight Connector 65">
            <a:extLst>
              <a:ext uri="{FF2B5EF4-FFF2-40B4-BE49-F238E27FC236}">
                <a16:creationId xmlns:a16="http://schemas.microsoft.com/office/drawing/2014/main" id="{0487A685-9976-5B43-D3FF-6D7EC515292B}"/>
              </a:ext>
            </a:extLst>
          </p:cNvPr>
          <p:cNvCxnSpPr>
            <a:cxnSpLocks/>
            <a:stCxn id="22" idx="5"/>
            <a:endCxn id="3" idx="0"/>
          </p:cNvCxnSpPr>
          <p:nvPr/>
        </p:nvCxnSpPr>
        <p:spPr>
          <a:xfrm>
            <a:off x="3733740" y="3635488"/>
            <a:ext cx="85620" cy="352828"/>
          </a:xfrm>
          <a:prstGeom prst="line">
            <a:avLst/>
          </a:prstGeom>
          <a:ln w="9525"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2" name="Straight Connector 71">
            <a:extLst>
              <a:ext uri="{FF2B5EF4-FFF2-40B4-BE49-F238E27FC236}">
                <a16:creationId xmlns:a16="http://schemas.microsoft.com/office/drawing/2014/main" id="{9DBBAF20-640E-5CE3-27EE-E16F3A0DBB8B}"/>
              </a:ext>
            </a:extLst>
          </p:cNvPr>
          <p:cNvCxnSpPr>
            <a:cxnSpLocks/>
            <a:stCxn id="3" idx="0"/>
            <a:endCxn id="31" idx="2"/>
          </p:cNvCxnSpPr>
          <p:nvPr/>
        </p:nvCxnSpPr>
        <p:spPr>
          <a:xfrm flipV="1">
            <a:off x="3819360" y="3611721"/>
            <a:ext cx="816347" cy="376595"/>
          </a:xfrm>
          <a:prstGeom prst="line">
            <a:avLst/>
          </a:prstGeom>
          <a:ln w="9525"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78" name="Rectangle 77">
            <a:extLst>
              <a:ext uri="{FF2B5EF4-FFF2-40B4-BE49-F238E27FC236}">
                <a16:creationId xmlns:a16="http://schemas.microsoft.com/office/drawing/2014/main" id="{93AC65AB-050E-DAB0-045B-1F9E1C986CBA}"/>
              </a:ext>
            </a:extLst>
          </p:cNvPr>
          <p:cNvSpPr/>
          <p:nvPr/>
        </p:nvSpPr>
        <p:spPr>
          <a:xfrm>
            <a:off x="2560327" y="2281629"/>
            <a:ext cx="1268296" cy="461665"/>
          </a:xfrm>
          <a:prstGeom prst="rect">
            <a:avLst/>
          </a:prstGeom>
          <a:noFill/>
        </p:spPr>
        <p:txBody>
          <a:bodyPr wrap="none" lIns="91440" tIns="45720" rIns="91440" bIns="45720">
            <a:spAutoFit/>
          </a:bodyPr>
          <a:lstStyle/>
          <a:p>
            <a:pPr algn="ctr"/>
            <a:r>
              <a:rPr lang="en-US" sz="2400" b="0" cap="none" spc="0">
                <a:ln w="0"/>
                <a:solidFill>
                  <a:schemeClr val="accent1"/>
                </a:solidFill>
                <a:effectLst>
                  <a:outerShdw blurRad="38100" dist="25400" dir="5400000" algn="ctr" rotWithShape="0">
                    <a:srgbClr val="6E747A">
                      <a:alpha val="43000"/>
                    </a:srgbClr>
                  </a:outerShdw>
                </a:effectLst>
              </a:rPr>
              <a:t>Caesar</a:t>
            </a:r>
          </a:p>
        </p:txBody>
      </p:sp>
      <p:sp>
        <p:nvSpPr>
          <p:cNvPr id="80" name="Rectangle 79">
            <a:extLst>
              <a:ext uri="{FF2B5EF4-FFF2-40B4-BE49-F238E27FC236}">
                <a16:creationId xmlns:a16="http://schemas.microsoft.com/office/drawing/2014/main" id="{5C1309B0-81FF-8EE8-965A-12E6BC5F30FB}"/>
              </a:ext>
            </a:extLst>
          </p:cNvPr>
          <p:cNvSpPr/>
          <p:nvPr/>
        </p:nvSpPr>
        <p:spPr>
          <a:xfrm>
            <a:off x="4230703" y="2160630"/>
            <a:ext cx="1433406" cy="461665"/>
          </a:xfrm>
          <a:prstGeom prst="rect">
            <a:avLst/>
          </a:prstGeom>
          <a:noFill/>
          <a:ln>
            <a:solidFill>
              <a:schemeClr val="bg1"/>
            </a:solidFill>
          </a:ln>
        </p:spPr>
        <p:txBody>
          <a:bodyPr wrap="none" lIns="91440" tIns="45720" rIns="91440" bIns="45720">
            <a:spAutoFit/>
          </a:bodyPr>
          <a:lstStyle/>
          <a:p>
            <a:pPr algn="ctr"/>
            <a:r>
              <a:rPr lang="en-US" sz="2400">
                <a:ln w="0">
                  <a:solidFill>
                    <a:srgbClr val="0070C0"/>
                  </a:solidFill>
                </a:ln>
                <a:solidFill>
                  <a:srgbClr val="0070C0"/>
                </a:solidFill>
                <a:effectLst>
                  <a:outerShdw blurRad="38100" dist="25400" dir="5400000" algn="ctr" rotWithShape="0">
                    <a:srgbClr val="6E747A">
                      <a:alpha val="43000"/>
                    </a:srgbClr>
                  </a:outerShdw>
                </a:effectLst>
              </a:rPr>
              <a:t>Pompey</a:t>
            </a:r>
            <a:endParaRPr lang="en-US" sz="2400" b="0" cap="none" spc="0">
              <a:ln w="0">
                <a:solidFill>
                  <a:srgbClr val="0070C0"/>
                </a:solidFill>
              </a:ln>
              <a:solidFill>
                <a:srgbClr val="0070C0"/>
              </a:solidFill>
              <a:effectLst>
                <a:outerShdw blurRad="38100" dist="25400" dir="5400000" algn="ctr" rotWithShape="0">
                  <a:srgbClr val="6E747A">
                    <a:alpha val="43000"/>
                  </a:srgbClr>
                </a:outerShdw>
              </a:effectLst>
            </a:endParaRPr>
          </a:p>
        </p:txBody>
      </p:sp>
      <p:sp>
        <p:nvSpPr>
          <p:cNvPr id="82" name="Rectangle 81">
            <a:extLst>
              <a:ext uri="{FF2B5EF4-FFF2-40B4-BE49-F238E27FC236}">
                <a16:creationId xmlns:a16="http://schemas.microsoft.com/office/drawing/2014/main" id="{6134F4D0-8934-00A7-807D-47CFD7DD90B6}"/>
              </a:ext>
            </a:extLst>
          </p:cNvPr>
          <p:cNvSpPr/>
          <p:nvPr/>
        </p:nvSpPr>
        <p:spPr>
          <a:xfrm>
            <a:off x="4506453" y="4903957"/>
            <a:ext cx="1285929" cy="461665"/>
          </a:xfrm>
          <a:prstGeom prst="rect">
            <a:avLst/>
          </a:prstGeom>
          <a:noFill/>
        </p:spPr>
        <p:txBody>
          <a:bodyPr wrap="none" lIns="91440" tIns="45720" rIns="91440" bIns="45720">
            <a:spAutoFit/>
          </a:bodyPr>
          <a:lstStyle/>
          <a:p>
            <a:pPr algn="ctr"/>
            <a:r>
              <a:rPr lang="en-US" sz="2400" b="0" cap="none" spc="0">
                <a:ln w="0">
                  <a:solidFill>
                    <a:schemeClr val="tx1"/>
                  </a:solidFill>
                </a:ln>
                <a:solidFill>
                  <a:schemeClr val="accent4"/>
                </a:solidFill>
                <a:effectLst>
                  <a:outerShdw blurRad="38100" dist="25400" dir="5400000" algn="ctr" rotWithShape="0">
                    <a:srgbClr val="6E747A">
                      <a:alpha val="43000"/>
                    </a:srgbClr>
                  </a:outerShdw>
                </a:effectLst>
              </a:rPr>
              <a:t>Crassus</a:t>
            </a:r>
            <a:endParaRPr lang="en-US" sz="5400" b="0" cap="none" spc="0">
              <a:ln w="0">
                <a:solidFill>
                  <a:schemeClr val="tx1"/>
                </a:solidFill>
              </a:ln>
              <a:solidFill>
                <a:schemeClr val="accent4"/>
              </a:solidFill>
              <a:effectLst>
                <a:outerShdw blurRad="38100" dist="25400" dir="5400000" algn="ctr" rotWithShape="0">
                  <a:srgbClr val="6E747A">
                    <a:alpha val="43000"/>
                  </a:srgbClr>
                </a:outerShdw>
              </a:effectLst>
            </a:endParaRPr>
          </a:p>
        </p:txBody>
      </p:sp>
      <p:sp>
        <p:nvSpPr>
          <p:cNvPr id="104" name="TextBox 103">
            <a:extLst>
              <a:ext uri="{FF2B5EF4-FFF2-40B4-BE49-F238E27FC236}">
                <a16:creationId xmlns:a16="http://schemas.microsoft.com/office/drawing/2014/main" id="{0CD22B5F-B004-0EFD-9EDC-4123319C4DF5}"/>
              </a:ext>
            </a:extLst>
          </p:cNvPr>
          <p:cNvSpPr txBox="1"/>
          <p:nvPr/>
        </p:nvSpPr>
        <p:spPr>
          <a:xfrm>
            <a:off x="7721600" y="2281628"/>
            <a:ext cx="3464560" cy="3693319"/>
          </a:xfrm>
          <a:prstGeom prst="rect">
            <a:avLst/>
          </a:prstGeom>
          <a:noFill/>
        </p:spPr>
        <p:txBody>
          <a:bodyPr wrap="square" rtlCol="0">
            <a:spAutoFit/>
          </a:bodyPr>
          <a:lstStyle/>
          <a:p>
            <a:r>
              <a:rPr lang="en-US"/>
              <a:t>Crassus dies in 58 B.C. and the politicians following him now split between Pompey and Caesar. Each one has to choose a side.</a:t>
            </a:r>
          </a:p>
          <a:p>
            <a:endParaRPr lang="en-US"/>
          </a:p>
          <a:p>
            <a:r>
              <a:rPr lang="en-US" b="1"/>
              <a:t>Q1</a:t>
            </a:r>
            <a:r>
              <a:rPr lang="en-US"/>
              <a:t>: Who gathered more politicians from Crassus’ faction?</a:t>
            </a:r>
          </a:p>
          <a:p>
            <a:r>
              <a:rPr lang="en-US" b="1"/>
              <a:t>Q2</a:t>
            </a:r>
            <a:r>
              <a:rPr lang="en-US"/>
              <a:t>: Who are the most undecided politicians when it comes to choosing between Caesar and Pompey?</a:t>
            </a:r>
          </a:p>
        </p:txBody>
      </p:sp>
    </p:spTree>
    <p:extLst>
      <p:ext uri="{BB962C8B-B14F-4D97-AF65-F5344CB8AC3E}">
        <p14:creationId xmlns:p14="http://schemas.microsoft.com/office/powerpoint/2010/main" val="1397524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4A0B67-9B39-B2C8-A386-D02921C9134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D763CCA-96D5-0AB0-3ECA-14AD4393A595}"/>
              </a:ext>
            </a:extLst>
          </p:cNvPr>
          <p:cNvSpPr>
            <a:spLocks noGrp="1"/>
          </p:cNvSpPr>
          <p:nvPr>
            <p:ph type="title"/>
          </p:nvPr>
        </p:nvSpPr>
        <p:spPr/>
        <p:txBody>
          <a:bodyPr/>
          <a:lstStyle/>
          <a:p>
            <a:r>
              <a:rPr lang="en-US"/>
              <a:t>Bayesian Latent-Space Modeling in Social Networks</a:t>
            </a:r>
          </a:p>
        </p:txBody>
      </p:sp>
      <p:sp>
        <p:nvSpPr>
          <p:cNvPr id="2" name="TextBox 1">
            <a:extLst>
              <a:ext uri="{FF2B5EF4-FFF2-40B4-BE49-F238E27FC236}">
                <a16:creationId xmlns:a16="http://schemas.microsoft.com/office/drawing/2014/main" id="{ACE367B3-16C7-5D0C-0054-C5F8696C1863}"/>
              </a:ext>
            </a:extLst>
          </p:cNvPr>
          <p:cNvSpPr txBox="1"/>
          <p:nvPr/>
        </p:nvSpPr>
        <p:spPr>
          <a:xfrm>
            <a:off x="810000" y="2570480"/>
            <a:ext cx="10571998" cy="3693319"/>
          </a:xfrm>
          <a:prstGeom prst="rect">
            <a:avLst/>
          </a:prstGeom>
          <a:noFill/>
        </p:spPr>
        <p:txBody>
          <a:bodyPr wrap="square" rtlCol="0">
            <a:spAutoFit/>
          </a:bodyPr>
          <a:lstStyle/>
          <a:p>
            <a:pPr marL="285750" indent="-285750">
              <a:buFont typeface="Arial" panose="020B0604020202020204" pitchFamily="34" charset="0"/>
              <a:buChar char="•"/>
            </a:pPr>
            <a:r>
              <a:rPr lang="en-US"/>
              <a:t>You are required to create probabilistic programs that model what you see fit. We recommend </a:t>
            </a:r>
            <a:r>
              <a:rPr lang="en-US" err="1"/>
              <a:t>PyMC</a:t>
            </a:r>
            <a:r>
              <a:rPr lang="en-US"/>
              <a:t> for Bayesian inference, but if you want to use Stan or Pyro please notice us beforehand. </a:t>
            </a:r>
          </a:p>
          <a:p>
            <a:pPr marL="285750" indent="-285750">
              <a:buFont typeface="Arial" panose="020B0604020202020204" pitchFamily="34" charset="0"/>
              <a:buChar char="•"/>
            </a:pPr>
            <a:r>
              <a:rPr lang="en-US"/>
              <a:t>You are not required to answer the questions in a certain order, however it would be suspicious if you solve the second exercise but don’t know what to do in the first one.</a:t>
            </a:r>
          </a:p>
          <a:p>
            <a:pPr marL="285750" indent="-285750">
              <a:buFont typeface="Arial" panose="020B0604020202020204" pitchFamily="34" charset="0"/>
              <a:buChar char="•"/>
            </a:pPr>
            <a:r>
              <a:rPr lang="en-US"/>
              <a:t>We recommend you use only 2 dimensions for the latent representations so you wouldn’t have to drop other features or use PCA for 2-dimensional plots.</a:t>
            </a:r>
          </a:p>
          <a:p>
            <a:pPr marL="285750" indent="-285750">
              <a:buFont typeface="Arial" panose="020B0604020202020204" pitchFamily="34" charset="0"/>
              <a:buChar char="•"/>
            </a:pPr>
            <a:r>
              <a:rPr lang="en-US"/>
              <a:t>We recommend you solve the exercises in a notebook environment (Google Colab, </a:t>
            </a:r>
            <a:r>
              <a:rPr lang="en-US" err="1"/>
              <a:t>Jupyter</a:t>
            </a:r>
            <a:r>
              <a:rPr lang="en-US"/>
              <a:t> Notebook etc.) in order to better organize your code and visualizations.</a:t>
            </a:r>
          </a:p>
          <a:p>
            <a:pPr marL="285750" indent="-285750">
              <a:buFont typeface="Arial" panose="020B0604020202020204" pitchFamily="34" charset="0"/>
              <a:buChar char="•"/>
            </a:pPr>
            <a:r>
              <a:rPr lang="en-US"/>
              <a:t>We want you to put an emphasis on explanations and visualizations. Try to imagine your project notebook as a lab presentation for all computer scientists to understand.</a:t>
            </a:r>
          </a:p>
          <a:p>
            <a:pPr marL="285750" indent="-285750">
              <a:buFont typeface="Arial" panose="020B0604020202020204" pitchFamily="34" charset="0"/>
              <a:buChar char="•"/>
            </a:pPr>
            <a:r>
              <a:rPr lang="en-US"/>
              <a:t>Each question may contain nuances, try to address them based on your modeling results.</a:t>
            </a:r>
          </a:p>
          <a:p>
            <a:endParaRPr lang="en-US"/>
          </a:p>
        </p:txBody>
      </p:sp>
    </p:spTree>
    <p:extLst>
      <p:ext uri="{BB962C8B-B14F-4D97-AF65-F5344CB8AC3E}">
        <p14:creationId xmlns:p14="http://schemas.microsoft.com/office/powerpoint/2010/main" val="381124587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otable">
  <a:themeElements>
    <a:clrScheme name="Default">
      <a:dk1>
        <a:srgbClr val="000000"/>
      </a:dk1>
      <a:lt1>
        <a:sysClr val="window" lastClr="FFFFFF"/>
      </a:lt1>
      <a:dk2>
        <a:srgbClr val="3F3F3F"/>
      </a:dk2>
      <a:lt2>
        <a:srgbClr val="E7E6E6"/>
      </a:lt2>
      <a:accent1>
        <a:srgbClr val="700000"/>
      </a:accent1>
      <a:accent2>
        <a:srgbClr val="ED7D31"/>
      </a:accent2>
      <a:accent3>
        <a:srgbClr val="A5A5A5"/>
      </a:accent3>
      <a:accent4>
        <a:srgbClr val="FFC000"/>
      </a:accent4>
      <a:accent5>
        <a:srgbClr val="700000"/>
      </a:accent5>
      <a:accent6>
        <a:srgbClr val="978869"/>
      </a:accent6>
      <a:hlink>
        <a:srgbClr val="FFC000"/>
      </a:hlink>
      <a:folHlink>
        <a:srgbClr val="7F7F7F"/>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Persuasive Speech Outline_SL_v5" id="{5581881B-4813-400F-8DBA-5A98066FCECE}" vid="{804D9012-1EE1-49D9-B1AB-A146B02984B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416B40607B74BC429BA29107EE76F9BC" ma:contentTypeVersion="3" ma:contentTypeDescription="Create a new document." ma:contentTypeScope="" ma:versionID="7edc113672e6c74304c3dc808492a610">
  <xsd:schema xmlns:xsd="http://www.w3.org/2001/XMLSchema" xmlns:xs="http://www.w3.org/2001/XMLSchema" xmlns:p="http://schemas.microsoft.com/office/2006/metadata/properties" xmlns:ns2="3fdd4eb4-493c-48cf-bddf-25f1a88be6fa" targetNamespace="http://schemas.microsoft.com/office/2006/metadata/properties" ma:root="true" ma:fieldsID="c4b0dc693752b561082fa17052b2a91f" ns2:_="">
    <xsd:import namespace="3fdd4eb4-493c-48cf-bddf-25f1a88be6fa"/>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fdd4eb4-493c-48cf-bddf-25f1a88be6f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DC75368-59C6-47C9-94A5-81D396CCE5D1}">
  <ds:schemaRefs>
    <ds:schemaRef ds:uri="http://schemas.microsoft.com/sharepoint/v3/contenttype/forms"/>
  </ds:schemaRefs>
</ds:datastoreItem>
</file>

<file path=customXml/itemProps2.xml><?xml version="1.0" encoding="utf-8"?>
<ds:datastoreItem xmlns:ds="http://schemas.openxmlformats.org/officeDocument/2006/customXml" ds:itemID="{9A1DE3E1-BE43-4468-8986-14BA0CF36A3F}">
  <ds:schemaRefs>
    <ds:schemaRef ds:uri="6dc4bcd6-49db-4c07-9060-8acfc67cef9f"/>
    <ds:schemaRef ds:uri="fb0879af-3eba-417a-a55a-ffe6dcd6ca77"/>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A1552464-1544-423C-8786-74FE5BE18678}">
  <ds:schemaRefs>
    <ds:schemaRef ds:uri="3fdd4eb4-493c-48cf-bddf-25f1a88be6f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Persuasive speech outline </Template>
  <Application>Microsoft Office PowerPoint</Application>
  <PresentationFormat>Widescreen</PresentationFormat>
  <Slides>10</Slides>
  <Notes>1</Notes>
  <HiddenSlides>0</HiddenSlide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Quotable</vt:lpstr>
      <vt:lpstr>Probabilistic Programming</vt:lpstr>
      <vt:lpstr>Project</vt:lpstr>
      <vt:lpstr>Dense Vector Representations</vt:lpstr>
      <vt:lpstr>Image Embeddings in CV</vt:lpstr>
      <vt:lpstr>Text Embeddings in NLP</vt:lpstr>
      <vt:lpstr>Bayesian Latent-Space Modeling in Social Networks</vt:lpstr>
      <vt:lpstr>Bayesian Latent-Space Modeling in Social Networks</vt:lpstr>
      <vt:lpstr>Exercise 1 - 2-faction party</vt:lpstr>
      <vt:lpstr>Exercise 2 - Split in the Roman Triumvirate</vt:lpstr>
      <vt:lpstr>Bayesian Latent-Space Modeling in Social Networks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Probabilistic Programming</dc:title>
  <dc:creator/>
  <cp:revision>3</cp:revision>
  <dcterms:created xsi:type="dcterms:W3CDTF">2018-09-08T07:39:54Z</dcterms:created>
  <dcterms:modified xsi:type="dcterms:W3CDTF">2025-12-20T04:44:31Z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0x010100416B40607B74BC429BA29107EE76F9BC</vt:lpwstr>
  </property>
</Properties>
</file>